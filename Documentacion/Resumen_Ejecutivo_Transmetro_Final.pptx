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6894c771a346a4" /><Relationship Type="http://schemas.openxmlformats.org/officeDocument/2006/relationships/extended-properties" Target="/docProps/app.xml" Id="Rbfa8aca405664baf" /><Relationship Type="http://schemas.openxmlformats.org/officeDocument/2006/relationships/officeDocument" Target="/ppt/presentation.xml" Id="R04890f9ff23d4c9e" /></Relationships>
</file>

<file path=ppt/presentation.xml><?xml version="1.0" encoding="utf-8"?>
<p:presentation xmlns:p="http://schemas.openxmlformats.org/presentationml/2006/main">
  <p:sldMasterIdLst>
    <p:sldMasterId xmlns:r="http://schemas.openxmlformats.org/officeDocument/2006/relationships" id="2147483648" r:id="R906d00b8c0814871"/>
  </p:sldMasterIdLst>
  <p:notesMasterIdLst>
    <p:notesMasterId xmlns:r="http://schemas.openxmlformats.org/officeDocument/2006/relationships" r:id="Re5a849bd55ec4328"/>
  </p:notesMasterIdLst>
  <p:sldIdLst>
    <p:sldId xmlns:r="http://schemas.openxmlformats.org/officeDocument/2006/relationships" id="256" r:id="R3d6c65faaa504371"/>
    <p:sldId xmlns:r="http://schemas.openxmlformats.org/officeDocument/2006/relationships" id="257" r:id="R2f20eb07186a4cd6"/>
    <p:sldId xmlns:r="http://schemas.openxmlformats.org/officeDocument/2006/relationships" id="258" r:id="R700ff2022f6d4dee"/>
    <p:sldId xmlns:r="http://schemas.openxmlformats.org/officeDocument/2006/relationships" id="259" r:id="R1f09067c93564b5a"/>
    <p:sldId xmlns:r="http://schemas.openxmlformats.org/officeDocument/2006/relationships" id="260" r:id="Rcc9e7a1c824542e7"/>
    <p:sldId xmlns:r="http://schemas.openxmlformats.org/officeDocument/2006/relationships" id="261" r:id="R7b94a6e643b54749"/>
    <p:sldId xmlns:r="http://schemas.openxmlformats.org/officeDocument/2006/relationships" id="262" r:id="R4e053c43ad4d4416"/>
    <p:sldId xmlns:r="http://schemas.openxmlformats.org/officeDocument/2006/relationships" id="263" r:id="Rb963fe5f601e426f"/>
    <p:sldId xmlns:r="http://schemas.openxmlformats.org/officeDocument/2006/relationships" id="264" r:id="Ra515fd45570f4b22"/>
    <p:sldId xmlns:r="http://schemas.openxmlformats.org/officeDocument/2006/relationships" id="265" r:id="Rdb7a73825dd7453b"/>
    <p:sldId xmlns:r="http://schemas.openxmlformats.org/officeDocument/2006/relationships" id="266" r:id="Rb8759dc22b59437e"/>
    <p:sldId xmlns:r="http://schemas.openxmlformats.org/officeDocument/2006/relationships" id="267" r:id="Rec339d5f5759466f"/>
    <p:sldId xmlns:r="http://schemas.openxmlformats.org/officeDocument/2006/relationships" id="268" r:id="R524ba5546460494d"/>
    <p:sldId xmlns:r="http://schemas.openxmlformats.org/officeDocument/2006/relationships" id="269" r:id="R2a9888c03ab54f12"/>
    <p:sldId xmlns:r="http://schemas.openxmlformats.org/officeDocument/2006/relationships" id="270" r:id="R9c1e19ab3aa545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9be1db8b954fe3" /><Relationship Type="http://schemas.openxmlformats.org/officeDocument/2006/relationships/slideMaster" Target="/ppt/slideMasters/slideMaster1.xml" Id="R906d00b8c0814871" /><Relationship Type="http://schemas.openxmlformats.org/officeDocument/2006/relationships/notesMaster" Target="/ppt/notesMasters/notesMaster1.xml" Id="Re5a849bd55ec4328" /><Relationship Type="http://schemas.openxmlformats.org/officeDocument/2006/relationships/presProps" Target="/ppt/presProps.xml" Id="R2dad81a494a7498b" /><Relationship Type="http://schemas.openxmlformats.org/officeDocument/2006/relationships/tableStyles" Target="/ppt/tableStyles.xml" Id="Rb23050fce29b4cd1" /><Relationship Type="http://schemas.openxmlformats.org/officeDocument/2006/relationships/slide" Target="/ppt/slides/slide1.xml" Id="R3d6c65faaa504371" /><Relationship Type="http://schemas.openxmlformats.org/officeDocument/2006/relationships/slide" Target="/ppt/slides/slide2.xml" Id="R2f20eb07186a4cd6" /><Relationship Type="http://schemas.openxmlformats.org/officeDocument/2006/relationships/slide" Target="/ppt/slides/slide3.xml" Id="R700ff2022f6d4dee" /><Relationship Type="http://schemas.openxmlformats.org/officeDocument/2006/relationships/slide" Target="/ppt/slides/slide4.xml" Id="R1f09067c93564b5a" /><Relationship Type="http://schemas.openxmlformats.org/officeDocument/2006/relationships/slide" Target="/ppt/slides/slide5.xml" Id="Rcc9e7a1c824542e7" /><Relationship Type="http://schemas.openxmlformats.org/officeDocument/2006/relationships/slide" Target="/ppt/slides/slide6.xml" Id="R7b94a6e643b54749" /><Relationship Type="http://schemas.openxmlformats.org/officeDocument/2006/relationships/slide" Target="/ppt/slides/slide7.xml" Id="R4e053c43ad4d4416" /><Relationship Type="http://schemas.openxmlformats.org/officeDocument/2006/relationships/slide" Target="/ppt/slides/slide8.xml" Id="Rb963fe5f601e426f" /><Relationship Type="http://schemas.openxmlformats.org/officeDocument/2006/relationships/slide" Target="/ppt/slides/slide9.xml" Id="Ra515fd45570f4b22" /><Relationship Type="http://schemas.openxmlformats.org/officeDocument/2006/relationships/slide" Target="/ppt/slides/slide10.xml" Id="Rdb7a73825dd7453b" /><Relationship Type="http://schemas.openxmlformats.org/officeDocument/2006/relationships/slide" Target="/ppt/slides/slide11.xml" Id="Rb8759dc22b59437e" /><Relationship Type="http://schemas.openxmlformats.org/officeDocument/2006/relationships/slide" Target="/ppt/slides/slide12.xml" Id="Rec339d5f5759466f" /><Relationship Type="http://schemas.openxmlformats.org/officeDocument/2006/relationships/slide" Target="/ppt/slides/slide13.xml" Id="R524ba5546460494d" /><Relationship Type="http://schemas.openxmlformats.org/officeDocument/2006/relationships/slide" Target="/ppt/slides/slide14.xml" Id="R2a9888c03ab54f12" /><Relationship Type="http://schemas.openxmlformats.org/officeDocument/2006/relationships/slide" Target="/ppt/slides/slide15.xml" Id="R9c1e19ab3aa545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3c7bcc73ac44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dfe9a05ed64b1b" /><Relationship Type="http://schemas.openxmlformats.org/officeDocument/2006/relationships/notesMaster" Target="/ppt/notesMasters/notesMaster1.xml" Id="Ra8251dd81a2d41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6b9ac9026d4bbc" /><Relationship Type="http://schemas.openxmlformats.org/officeDocument/2006/relationships/notesMaster" Target="/ppt/notesMasters/notesMaster1.xml" Id="R3c4b836fd96a4c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eca27ac5944cbc" /><Relationship Type="http://schemas.openxmlformats.org/officeDocument/2006/relationships/notesMaster" Target="/ppt/notesMasters/notesMaster1.xml" Id="R3c264316f2164a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490940f3c0421d" /><Relationship Type="http://schemas.openxmlformats.org/officeDocument/2006/relationships/notesMaster" Target="/ppt/notesMasters/notesMaster1.xml" Id="Rd2d4e76e071d47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16c7cea4a8428c" /><Relationship Type="http://schemas.openxmlformats.org/officeDocument/2006/relationships/notesMaster" Target="/ppt/notesMasters/notesMaster1.xml" Id="Rf37f9043e8cc4b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1b9f4608f94820" /><Relationship Type="http://schemas.openxmlformats.org/officeDocument/2006/relationships/notesMaster" Target="/ppt/notesMasters/notesMaster1.xml" Id="R9476b508534b49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525b1e769d435d" /><Relationship Type="http://schemas.openxmlformats.org/officeDocument/2006/relationships/notesMaster" Target="/ppt/notesMasters/notesMaster1.xml" Id="Reeb6f43df3254d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7aeddfd1b04837" /><Relationship Type="http://schemas.openxmlformats.org/officeDocument/2006/relationships/notesMaster" Target="/ppt/notesMasters/notesMaster1.xml" Id="R33c28f299c5b42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67b0cc98224e6e" /><Relationship Type="http://schemas.openxmlformats.org/officeDocument/2006/relationships/notesMaster" Target="/ppt/notesMasters/notesMaster1.xml" Id="R8b9cce906efa4f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9bc7d7a5b243d9" /><Relationship Type="http://schemas.openxmlformats.org/officeDocument/2006/relationships/notesMaster" Target="/ppt/notesMasters/notesMaster1.xml" Id="R6494532f08164b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f9eaa106f948a6" /><Relationship Type="http://schemas.openxmlformats.org/officeDocument/2006/relationships/notesMaster" Target="/ppt/notesMasters/notesMaster1.xml" Id="R50dd06ffaafe42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fc7aafb0004db0" /><Relationship Type="http://schemas.openxmlformats.org/officeDocument/2006/relationships/notesMaster" Target="/ppt/notesMasters/notesMaster1.xml" Id="Rb166e8d854f248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fa8d9a2a7c49ad" /><Relationship Type="http://schemas.openxmlformats.org/officeDocument/2006/relationships/notesMaster" Target="/ppt/notesMasters/notesMaster1.xml" Id="R111950be38b84e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dd2209135847ac" /><Relationship Type="http://schemas.openxmlformats.org/officeDocument/2006/relationships/notesMaster" Target="/ppt/notesMasters/notesMaster1.xml" Id="R4d6914fa86fb4a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eb1f88e3e14209" /><Relationship Type="http://schemas.openxmlformats.org/officeDocument/2006/relationships/notesMaster" Target="/ppt/notesMasters/notesMaster1.xml" Id="R2c924e010b7840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presentación resume el Sistema Web de Control y Gestión de Transmetro, desarrollado como proyecto académico. El propósito es explicar la necesidad que atiende, el alcance de la solución y los resultados verificados. La versión final reúne la administración del personal y de los recursos operativos con el control de recorridos, tarjetas y reportes. La demostración funciona mediante una aplicación web publicada en Azure y una base de datos centralizada. El proyecto toma al Transmetro como caso de estudio. No representa una implantación oficial en la Municipalidad de Guatemala. Durante la exposición se mostrarán las funciones terminadas y los aspectos que requieren evaluación antes de un uso institucional.</a:t>
            </a:r>
          </a:p>
          <a:p xmlns:a="http://schemas.openxmlformats.org/drawingml/2006/main">
            <a:r>
              <a:t/>
            </a:r>
          </a:p>
          <a:p xmlns:a="http://schemas.openxmlformats.org/drawingml/2006/main">
            <a:r>
              <a:t>Fuente: Documento Proyecto_Final_Completo(1).docx, versión final V6 y apartados 15 a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resultado principal es una solución funcional con dos experiencias diferenciadas. El personal entra con credenciales y permisos para administrar la información y registrar las operaciones. El ciudadano ingresa con una tarjeta creada por el personal y accede a sus servicios de consulta y movimientos. Ambas experiencias comparten la misma base de datos, lo que permite conservar relaciones coherentes y mostrar información actualizada a partir de los registros operativos. La publicación en Azure ya se comprobó mediante el inicio de sesión y la lectura de los registros. Esta evidencia confirma el despliegue básico y la conexión a SQL. Las pruebas completas de rendimiento y carga requieren mediciones adicionales.</a:t>
            </a:r>
          </a:p>
          <a:p xmlns:a="http://schemas.openxmlformats.org/drawingml/2006/main">
            <a:r>
              <a:t/>
            </a:r>
          </a:p>
          <a:p xmlns:a="http://schemas.openxmlformats.org/drawingml/2006/main">
            <a:r>
              <a:t>Fuente: Conversación de despliegue y capturas aportadas por el responsable, 22 de octubre de 2026. Código final y documento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caso de estudio plantea una operación con múltiples entidades relacionadas. Una estación puede formar parte de varias líneas y su posición depende de la línea elegida. Los buses necesitan asignación y disponibilidad, los accesos requieren guardias y las estaciones necesitan responsables. Además, la información de ocupación debe ayudar a detectar situaciones de alta demanda. El objetivo consiste en organizar esos datos en una estructura común y aplicar las reglas definidas en los requerimientos. Las deficiencias descritas corresponden al caso académico. No se presentan como resultados de una auditoría de los sistemas reales de la municipalidad. La solución permite demostrar cómo un control centralizado puede apoyar la consulta y el registro de operaciones.</a:t>
            </a:r>
          </a:p>
          <a:p xmlns:a="http://schemas.openxmlformats.org/drawingml/2006/main">
            <a:r>
              <a:t/>
            </a:r>
          </a:p>
          <a:p xmlns:a="http://schemas.openxmlformats.org/drawingml/2006/main">
            <a:r>
              <a:t>Fuente: Documento Proyecto_Final_Completo(1).docx, versión final V6 y apartados 15 a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alcance se organiza en módulos que reflejan las actividades del personal. Rutas y flota conserva la configuración de las líneas, el orden de las estaciones y las asignaciones de buses. Personal y accesos administra los datos y las responsabilidades de los trabajadores. Operación y recorridos comienza con la selección de una línea, de modo que el usuario consulta únicamente la información pertinente. El registro de tarjetas crea titulares y tarjetas con su saldo inicial. Los reportes se consultan de forma independiente, mientras que usuarios y roles controla el acceso. Los directorios incorporan búsqueda y carga por páginas para evitar listas demasiado extensas. Las fichas permiten corregir datos y cambiar estados conforme a las reglas.</a:t>
            </a:r>
          </a:p>
          <a:p xmlns:a="http://schemas.openxmlformats.org/drawingml/2006/main">
            <a:r>
              <a:t/>
            </a:r>
          </a:p>
          <a:p xmlns:a="http://schemas.openxmlformats.org/drawingml/2006/main">
            <a:r>
              <a:t>Fuente: Documento Proyecto_Final_Completo(1).docx, versión final V6 y apartados 15 a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demostración debe respetar las dependencias del sistema. Primero se prepara la infraestructura y se registra el personal. Después se completan las relaciones necesarias para activar la operación. Al seleccionar una línea, el usuario asigna un piloto disponible y elige un bus correspondiente a esa línea. Una vez iniciado el viaje, cada parada mantiene una secuencia: llegada, conteo y salida. El conteo incluye quienes suben y bajan, además de quienes esperan en la estación. La aplicación valida que la ocupación resultante sea coherente y que la salida cumpla el tiempo de espera cuando corresponde. En la última parada, la salida finaliza el viaje y permite consultar el registro histórico.</a:t>
            </a:r>
          </a:p>
          <a:p xmlns:a="http://schemas.openxmlformats.org/drawingml/2006/main">
            <a:r>
              <a:t/>
            </a:r>
          </a:p>
          <a:p xmlns:a="http://schemas.openxmlformats.org/drawingml/2006/main">
            <a:r>
              <a:t>Fuente: Documento Proyecto_Final_Completo(1).docx, versión final V6 y apartados 15 a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Tres reglas concentran una parte importante del control operativo. La alerta se genera desde el ciento cincuenta por ciento de la capacidad de referencia de la estación. Esta referencia es un parámetro del proyecto y permite identificar alta demanda. Cuando la ocupación del bus queda por debajo del veinticinco por ciento, el sistema exige cinco minutos reales desde el conteo antes de autorizar la salida. Exactamente veinticinco por ciento no activa esa espera. Para activar una línea con N estaciones, debe existir una cantidad de buses asignados entre N y dos veces N. Estos controles se complementan con la capacidad máxima del bus, la disponibilidad del piloto y la conservación del orden del itinerario.</a:t>
            </a:r>
          </a:p>
          <a:p xmlns:a="http://schemas.openxmlformats.org/drawingml/2006/main">
            <a:r>
              <a:t/>
            </a:r>
          </a:p>
          <a:p xmlns:a="http://schemas.openxmlformats.org/drawingml/2006/main">
            <a:r>
              <a:t>Fuente: Documento Proyecto_Final_Completo(1).docx, versión final V6 y apartados 15 a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portal ciudadano funciona separado de la administración. El personal registra al titular y emite una tarjeta con saldo inicial. El ciudadano utiliza su número de tarjeta para consultar el saldo y el historial. Las acciones de recargar y pagar tienen pantallas diferenciadas. Para el pago, la selección de una estación aplica un cargo fijo de dos quetzales según el alcance establecido. El recorrido dentro de una misma línea se plantea cubierto por esa tarifa y un cambio de línea implica otro pago. Cada pago confirmado registra un cargo, por lo que no debe repetirse para cada parada. Los movimientos son una simulación académica y no utilizan una pasarela bancaria ni cargos sobre tarjetas bancarias reales.</a:t>
            </a:r>
          </a:p>
          <a:p xmlns:a="http://schemas.openxmlformats.org/drawingml/2006/main">
            <a:r>
              <a:t/>
            </a:r>
          </a:p>
          <a:p xmlns:a="http://schemas.openxmlformats.org/drawingml/2006/main">
            <a:r>
              <a:t>Fuente: Código: CiudadanoController.cs y servicio financiero del proyecto. Documento, CA-11 a CA-13. Captura de acceso publicado aportada por el responsable.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seguimiento responde a los reportes que registra el personal durante el recorrido. El ciudadano o el operador selecciona una línea y consulta los buses relacionados. La información muestra la última estación reportada, la siguiente parada y una estimación temporal basada en la configuración y en el avance disponible. No se trata de un seguimiento por GPS. Esta precisión es importante para evitar atribuir a la aplicación una ubicación continua que no recibe. El sistema permite desactivar una estación por mantenimiento conservando sus asignaciones y su orden. Las paradas futuras la omiten mientras esté inactiva y la reactivación respeta el avance del viaje. El mapa corresponde al recurso visual incluido en el proyecto.</a:t>
            </a:r>
          </a:p>
          <a:p xmlns:a="http://schemas.openxmlformats.org/drawingml/2006/main">
            <a:r>
              <a:t/>
            </a:r>
          </a:p>
          <a:p xmlns:a="http://schemas.openxmlformats.org/drawingml/2006/main">
            <a:r>
              <a:t>Fuente: Documento Proyecto_Final_Completo(1).docx, versión final V6 y apartados 15 a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módulo de reportes evita presentar todas las consultas al mismo tiempo. El usuario elige entre cinco opciones y la impresión se limita a la seleccionada. El resumen de líneas reúne la información general. Estaciones permite consultar sus datos y relaciones. Buses por línea muestra la asignación de unidades. El reporte denominado Recorridos describe el trazado configurado de las estaciones, mientras que los viajes realizados permanecen en el historial operativo. La bitácora muestra los últimos cien registros y exige el permiso adicional de auditoría. El controlador consulta vistas SQL mediante Entity Framework. Los scripts del repositorio permiten identificar los objetos de base de datos que respaldan estas consultas.</a:t>
            </a:r>
          </a:p>
          <a:p xmlns:a="http://schemas.openxmlformats.org/drawingml/2006/main">
            <a:r>
              <a:t/>
            </a:r>
          </a:p>
          <a:p xmlns:a="http://schemas.openxmlformats.org/drawingml/2006/main">
            <a:r>
              <a:t>Fuente: Código final: Controllers/ReportesController.cs, Views/Reportes/Index.cshtml y Script_Base_Datos_TransmetroGestionDB.sql. Documento, CA-17 y CP-24.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arquitectura separa la presentación, el procesamiento de la lógica y la persistencia. ASP.NET Core MVC organiza la aplicación mediante modelos, vistas y controladores. Los servicios ejecutan las reglas y Entity Framework Core comunica la aplicación con SQL. La base centralizada conserva restricciones, procedimientos, vistas y triggers. El diseño utiliza los esquemas cat, ops, seg, fin, aud y rep para organizar sus responsabilidades. En la verificación del despliegue final se comprobaron treinta y cuatro tablas, seis vistas, nueve procedimientos y diecisiete triggers. El documento contiene una referencia anterior a treinta y una tablas. Esta presentación utiliza el conteo final comprobado después de las actualizaciones. La arquitectura permite mantener las reglas críticas junto a los datos.</a:t>
            </a:r>
          </a:p>
          <a:p xmlns:a="http://schemas.openxmlformats.org/drawingml/2006/main">
            <a:r>
              <a:t/>
            </a:r>
          </a:p>
          <a:p xmlns:a="http://schemas.openxmlformats.org/drawingml/2006/main">
            <a:r>
              <a:t>Fuente: Resultado de consulta de validación de Azure SQL aportado en la conversación. Código y scripts finales. El documento describe una versión previa de 31 tablas.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seguridad se aborda en varias capas. El acceso del personal utiliza cuentas, roles y permisos que se comprueban en el servidor. Las contraseñas se almacenan con hash PBKDF2 y sal aleatoria. El código emplea SHA-512 con ciento veinte mil iteraciones. La validación de nombres, apellidos y teléfonos actúa tanto en el navegador como al guardar en el servidor. Para proteger las consultas, los valores del usuario se envían como parámetros y no se concatenan como instrucciones SQL. La base incorpora restricciones y transacciones que evitan relaciones inválidas y movimientos financieros parciales. Estas medidas describen los controles implementados, sin equivaler a una certificación de seguridad ni a una garantía absoluta frente a toda vulnerabilidad.</a:t>
            </a:r>
          </a:p>
          <a:p xmlns:a="http://schemas.openxmlformats.org/drawingml/2006/main">
            <a:r>
              <a:t/>
            </a:r>
          </a:p>
          <a:p xmlns:a="http://schemas.openxmlformats.org/drawingml/2006/main">
            <a:r>
              <a:t>Fuente: Código: PasswordService.cs, ValidacionDatosInterceptor.cs, controladores y servicios. Documento, CP-26, CA-14 a CA-16.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documentación final organiza veintisiete casos de prueba y diecinueve criterios de aceptación. Los casos abarcan autenticación, catálogos, asignaciones, operación, tarjetas, validación de datos, reportes y regresión. El responsable confirmó que las pruebas funcionales terminaron satisfactoriamente. Esta afirmación es cualitativa: no se traduce automáticamente en un porcentaje de cobertura ni en una certificación de todos los escenarios posibles. Los criterios permiten relacionar los requerimientos con conductas observables y apoyan la revisión de la ingeniera. La carta de aceptación se presenta para su firma y no sustituye esa evaluación. Los tiempos de respuesta, la concurrencia, la disponibilidad y la restauración de respaldos requieren un plan de medición independiente y evidencia específica.</a:t>
            </a:r>
          </a:p>
          <a:p xmlns:a="http://schemas.openxmlformats.org/drawingml/2006/main">
            <a:r>
              <a:t/>
            </a:r>
          </a:p>
          <a:p xmlns:a="http://schemas.openxmlformats.org/drawingml/2006/main">
            <a:r>
              <a:t>Fuente: Documento Proyecto_Final_Completo(1).docx, versión final V6 y apartados 15 a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aplicación se publicó mediante Visual Studio en un App Service de Windows. La base local se trasladó a Azure SQL mediante un script que incluyó estructura y datos. Después de la carga se ejecutaron consultas para comprobar los objetos y los registros principales. La evidencia muestra doce líneas, ciento veintiuna estaciones y ciento setenta y un buses en el ambiente de demostración. Estas cifras corresponden a los datos cargados para el proyecto y no deben interpretarse como un inventario oficial actualizado del Transmetro. La prueba de acceso confirmó la autenticación y la consulta desde la web publicada. La aplicación ya no depende de mantener encendida la computadora del desarrollador.</a:t>
            </a:r>
          </a:p>
          <a:p xmlns:a="http://schemas.openxmlformats.org/drawingml/2006/main">
            <a:r>
              <a:t/>
            </a:r>
          </a:p>
          <a:p xmlns:a="http://schemas.openxmlformats.org/drawingml/2006/main">
            <a:r>
              <a:t>Fuente: Captura del panel web y consulta de validación de Azure SQL aportadas por el responsable, 22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documento presenta dos alternativas económicas. La primera incluye el desarrollo y el suministro de equipo para setenta y nueve estaciones consideradas en el presupuesto, con un total propuesto de ochocientos ochenta y seis mil cuatrocientos quetzales. La segunda utiliza equipo existente y plantea ciento cuarenta y cuatro mil quetzales. Estas cifras son estimaciones de la propuesta académica, no gastos ejecutados ni una cotización vigente garantizada. Tampoco deben confundirse las setenta y nueve estaciones usadas como base presupuestaria con los ciento veintiún registros del ambiente de demostración. Antes de una implantación institucional se necesita validar el inventario real, la conectividad, el alcance del piloto y las tarifas de infraestructura. La demostración actual utiliza planes gratuitos de Azure con límites.</a:t>
            </a:r>
          </a:p>
          <a:p xmlns:a="http://schemas.openxmlformats.org/drawingml/2006/main">
            <a:r>
              <a:t/>
            </a:r>
          </a:p>
          <a:p xmlns:a="http://schemas.openxmlformats.org/drawingml/2006/main">
            <a:r>
              <a:t>Fuente: Documento del proyecto, Propuesta monetaria de la solución, propuestas 1 y 2. La configuración gratuita de la demostración se verificó en la conversación de despliegue.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entrega reúne la aplicación web y el repositorio con el código fuente y los scripts SQL. Los enlaces de esta diapositiva son clicables. El acceso al repositorio depende de su visibilidad y de los permisos otorgados a la persona evaluadora. El siguiente paso de una adopción institucional sería ejecutar un piloto con responsables definidos y medir las condiciones de uso. También sería necesario evaluar respaldos, restauración y seguridad de la operación. El seguimiento actual se basa en registros manuales y los movimientos de tarjetas corresponden al alcance académico. El cierre de esta exposición destaca que la solución permite demostrar el flujo completo de gestión y deja trazabilidad técnica para su revisión.</a:t>
            </a:r>
          </a:p>
          <a:p xmlns:a="http://schemas.openxmlformats.org/drawingml/2006/main">
            <a:r>
              <a:t/>
            </a:r>
          </a:p>
          <a:p xmlns:a="http://schemas.openxmlformats.org/drawingml/2006/main">
            <a:r>
              <a:t>Fuente: Repositorio creado por el responsable: https://github.com/Luisca04umg/Transmetro-Guatemala. URL de la aplicación publicada verificada en capturas.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60a0426b9d4b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d364e409ed4a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2ee453a01440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de7d78350d4a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01cc3f7c0e4c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375f90d0ef49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FA9878-C146-4774-96F4-B9C16CCCED3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B8CEB3-3F47-428C-94E3-9EDCBD5618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906595-D84E-4B48-A4EF-278F150171D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AC94AF-F435-447B-A857-0D2194429D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8B40028-E22E-4094-94C6-CE79880971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23A9DB-48E9-4456-A722-E3343D7B8E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536364-F850-4329-9E92-75A58DBAC9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0A494C3-B951-4792-B7A1-CAB31F54081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F7080B-EF9F-488E-A652-538375FA71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6E85C1-52DE-468D-8E7B-EEF25EA716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ca88e818ab443e" /><Relationship Type="http://schemas.openxmlformats.org/officeDocument/2006/relationships/slideLayout" Target="/ppt/slideLayouts/slideLayout1.xml" Id="R3fa345e6019b404e" /><Relationship Type="http://schemas.openxmlformats.org/officeDocument/2006/relationships/slideLayout" Target="/ppt/slideLayouts/slideLayout2.xml" Id="Rdf877c70bac8448f" /><Relationship Type="http://schemas.openxmlformats.org/officeDocument/2006/relationships/slideLayout" Target="/ppt/slideLayouts/slideLayout3.xml" Id="R6735d272e92147ca" /><Relationship Type="http://schemas.openxmlformats.org/officeDocument/2006/relationships/slideLayout" Target="/ppt/slideLayouts/slideLayout4.xml" Id="R9728a61f26bf4fac" /><Relationship Type="http://schemas.openxmlformats.org/officeDocument/2006/relationships/slideLayout" Target="/ppt/slideLayouts/slideLayout5.xml" Id="R8fedbfd0d4c54500" /><Relationship Type="http://schemas.openxmlformats.org/officeDocument/2006/relationships/slideLayout" Target="/ppt/slideLayouts/slideLayout6.xml" Id="R1d501b54afb641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a345e6019b404e"/>
    <p:sldLayoutId xmlns:r="http://schemas.openxmlformats.org/officeDocument/2006/relationships" id="2147483650" r:id="Rdf877c70bac8448f"/>
    <p:sldLayoutId xmlns:r="http://schemas.openxmlformats.org/officeDocument/2006/relationships" id="2147483651" r:id="R6735d272e92147ca"/>
    <p:sldLayoutId xmlns:r="http://schemas.openxmlformats.org/officeDocument/2006/relationships" id="2147483652" r:id="R9728a61f26bf4fac"/>
    <p:sldLayoutId xmlns:r="http://schemas.openxmlformats.org/officeDocument/2006/relationships" id="2147483653" r:id="R8fedbfd0d4c54500"/>
    <p:sldLayoutId xmlns:r="http://schemas.openxmlformats.org/officeDocument/2006/relationships" id="2147483654" r:id="R1d501b54afb641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ec450d3bb04331" /><Relationship Type="http://schemas.openxmlformats.org/officeDocument/2006/relationships/image" Target="/ppt/media/image.png" Id="R07aeff8186534328" /><Relationship Type="http://schemas.openxmlformats.org/officeDocument/2006/relationships/notesSlide" Target="/ppt/notesSlides/notesSlide1.xml" Id="R6ca10d662a094a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4246db48a84c04" /><Relationship Type="http://schemas.openxmlformats.org/officeDocument/2006/relationships/notesSlide" Target="/ppt/notesSlides/notesSlide2.xml" Id="Rc9ff9348563346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570184e1444c47" /><Relationship Type="http://schemas.openxmlformats.org/officeDocument/2006/relationships/notesSlide" Target="/ppt/notesSlides/notesSlide3.xml" Id="R88672f2c76c441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4cd062590414d82" /><Relationship Type="http://schemas.openxmlformats.org/officeDocument/2006/relationships/notesSlide" Target="/ppt/notesSlides/notesSlide4.xml" Id="R6ac240b4b22140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d4777903ed4dc7" /><Relationship Type="http://schemas.openxmlformats.org/officeDocument/2006/relationships/notesSlide" Target="/ppt/notesSlides/notesSlide5.xml" Id="Rd10e483c0b364d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69f60ad5ba4102" /><Relationship Type="http://schemas.openxmlformats.org/officeDocument/2006/relationships/notesSlide" Target="/ppt/notesSlides/notesSlide6.xml" Id="Rc9aa355a6fed43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83ca885a8b41ac" /><Relationship Type="http://schemas.openxmlformats.org/officeDocument/2006/relationships/image" Target="/ppt/media/image2.png" Id="R98283bc71285407b" /><Relationship Type="http://schemas.openxmlformats.org/officeDocument/2006/relationships/notesSlide" Target="/ppt/notesSlides/notesSlide7.xml" Id="R74cb8a808bd749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bdede0f1714ac8" /><Relationship Type="http://schemas.openxmlformats.org/officeDocument/2006/relationships/image" Target="/ppt/media/image3.png" Id="R5a0395c4fd254c1f" /><Relationship Type="http://schemas.openxmlformats.org/officeDocument/2006/relationships/notesSlide" Target="/ppt/notesSlides/notesSlide8.xml" Id="R7e4b27a12cd640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9ea175cbb54a50" /><Relationship Type="http://schemas.openxmlformats.org/officeDocument/2006/relationships/notesSlide" Target="/ppt/notesSlides/notesSlide9.xml" Id="Re61cf84e08d340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7e34d295e44877" /><Relationship Type="http://schemas.openxmlformats.org/officeDocument/2006/relationships/notesSlide" Target="/ppt/notesSlides/notesSlide10.xml" Id="R6a05b03efc7d4f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299051ad58c44ef" /><Relationship Type="http://schemas.openxmlformats.org/officeDocument/2006/relationships/notesSlide" Target="/ppt/notesSlides/notesSlide11.xml" Id="Rb9a5dc2c47b640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9ee6bbe9fdf4579" /><Relationship Type="http://schemas.openxmlformats.org/officeDocument/2006/relationships/notesSlide" Target="/ppt/notesSlides/notesSlide12.xml" Id="Ref0d0bf74b5b47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32144fc81c64888" /><Relationship Type="http://schemas.openxmlformats.org/officeDocument/2006/relationships/image" Target="/ppt/media/image4.png" Id="R5621308ace144d54" /><Relationship Type="http://schemas.openxmlformats.org/officeDocument/2006/relationships/notesSlide" Target="/ppt/notesSlides/notesSlide13.xml" Id="R014257377e5945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63bd82882aa4662" /><Relationship Type="http://schemas.openxmlformats.org/officeDocument/2006/relationships/notesSlide" Target="/ppt/notesSlides/notesSlide14.xml" Id="R8b4104fc770449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58065a4f9e4d1e" /><Relationship Type="http://schemas.openxmlformats.org/officeDocument/2006/relationships/hyperlink" Target="https://transmetro-luis-web-2026-gxemdbbcenf9hwcf.canadacentral-01.azurewebsites.net" TargetMode="External" Id="Rd3c38b078bf747e9" /><Relationship Type="http://schemas.openxmlformats.org/officeDocument/2006/relationships/hyperlink" Target="https://github.com/Luisca04umg/Transmetro-Guatemala" TargetMode="External" Id="R0e86ae1d2c264183" /><Relationship Type="http://schemas.openxmlformats.org/officeDocument/2006/relationships/notesSlide" Target="/ppt/notesSlides/notesSlide15.xml" Id="Rc39d92bd284e4f8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94576A7-3270-4D2D-B382-673BFB94B64F}"/>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r>
              <a:t/>
            </a:r>
          </a:p>
        </p:txBody>
      </p:sp>
      <p:sp>
        <p:nvSpPr>
          <p:cNvPr id="2" name="text-1">
            <a:extLst xmlns:a="http://schemas.openxmlformats.org/drawingml/2006/main">
              <a:ext uri="{FF2B5EF4-FFF2-40B4-BE49-F238E27FC236}">
                <a16:creationId xmlns:a16="http://schemas.microsoft.com/office/drawing/2014/main" id="{10C07368-7BD0-4135-BAB3-A17F84A5A87E}"/>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78F87387-E402-4884-9D1E-E6F4A5B3A3B4}"/>
              </a:ext>
            </a:extLst>
          </p:cNvPr>
          <p:cNvSpPr>
            <a:spLocks xmlns:a="http://schemas.openxmlformats.org/drawingml/2006/main" noGrp="1"/>
          </p:cNvSpPr>
          <p:nvPr/>
        </p:nvSpPr>
        <p:spPr>
          <a:xfrm xmlns:a="http://schemas.openxmlformats.org/drawingml/2006/main">
            <a:off x="647700" y="1733550"/>
            <a:ext cx="87630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75" b="1">
                <a:solidFill>
                  <a:srgbClr val="17324D"/>
                </a:solidFill>
                <a:latin typeface="DejaVu Sans"/>
                <a:ea typeface="DejaVu Sans"/>
                <a:cs typeface="DejaVu Sans"/>
              </a:defRPr>
            </a:defPPr>
            <a:lvl1pPr>
              <a:defRPr sz="4875" b="1">
                <a:solidFill>
                  <a:srgbClr val="17324D"/>
                </a:solidFill>
                <a:latin typeface="DejaVu Sans"/>
                <a:ea typeface="DejaVu Sans"/>
                <a:cs typeface="DejaVu Sans"/>
              </a:defRPr>
            </a:lvl1pPr>
            <a:lvl2pPr>
              <a:defRPr sz="4875" b="1">
                <a:solidFill>
                  <a:srgbClr val="17324D"/>
                </a:solidFill>
                <a:latin typeface="DejaVu Sans"/>
                <a:ea typeface="DejaVu Sans"/>
                <a:cs typeface="DejaVu Sans"/>
              </a:defRPr>
            </a:lvl2pPr>
            <a:lvl3pPr>
              <a:defRPr sz="4875" b="1">
                <a:solidFill>
                  <a:srgbClr val="17324D"/>
                </a:solidFill>
                <a:latin typeface="DejaVu Sans"/>
                <a:ea typeface="DejaVu Sans"/>
                <a:cs typeface="DejaVu Sans"/>
              </a:defRPr>
            </a:lvl3pPr>
            <a:lvl4pPr>
              <a:defRPr sz="4875" b="1">
                <a:solidFill>
                  <a:srgbClr val="17324D"/>
                </a:solidFill>
                <a:latin typeface="DejaVu Sans"/>
                <a:ea typeface="DejaVu Sans"/>
                <a:cs typeface="DejaVu Sans"/>
              </a:defRPr>
            </a:lvl4pPr>
            <a:lvl5pPr>
              <a:defRPr sz="4875" b="1">
                <a:solidFill>
                  <a:srgbClr val="17324D"/>
                </a:solidFill>
                <a:latin typeface="DejaVu Sans"/>
                <a:ea typeface="DejaVu Sans"/>
                <a:cs typeface="DejaVu Sans"/>
              </a:defRPr>
            </a:lvl5pPr>
            <a:lvl6pPr>
              <a:defRPr sz="4875" b="1">
                <a:solidFill>
                  <a:srgbClr val="17324D"/>
                </a:solidFill>
                <a:latin typeface="DejaVu Sans"/>
                <a:ea typeface="DejaVu Sans"/>
                <a:cs typeface="DejaVu Sans"/>
              </a:defRPr>
            </a:lvl6pPr>
            <a:lvl7pPr>
              <a:defRPr sz="4875" b="1">
                <a:solidFill>
                  <a:srgbClr val="17324D"/>
                </a:solidFill>
                <a:latin typeface="DejaVu Sans"/>
                <a:ea typeface="DejaVu Sans"/>
                <a:cs typeface="DejaVu Sans"/>
              </a:defRPr>
            </a:lvl7pPr>
            <a:lvl8pPr>
              <a:defRPr sz="4875" b="1">
                <a:solidFill>
                  <a:srgbClr val="17324D"/>
                </a:solidFill>
                <a:latin typeface="DejaVu Sans"/>
                <a:ea typeface="DejaVu Sans"/>
                <a:cs typeface="DejaVu Sans"/>
              </a:defRPr>
            </a:lvl8pPr>
            <a:lvl9pPr>
              <a:defRPr sz="4875" b="1">
                <a:solidFill>
                  <a:srgbClr val="17324D"/>
                </a:solidFill>
                <a:latin typeface="DejaVu Sans"/>
                <a:ea typeface="DejaVu Sans"/>
                <a:cs typeface="DejaVu Sans"/>
              </a:defRPr>
            </a:lvl9pPr>
          </a:lstStyle>
          <a:p xmlns:a="http://schemas.openxmlformats.org/drawingml/2006/main">
            <a:pPr>
              <a:defRPr sz="4875" b="1">
                <a:solidFill>
                  <a:srgbClr val="17324D"/>
                </a:solidFill>
                <a:latin typeface="DejaVu Sans"/>
                <a:ea typeface="DejaVu Sans"/>
                <a:cs typeface="DejaVu Sans"/>
              </a:defRPr>
            </a:pPr>
            <a:r>
              <a:rPr sz="4875" b="1">
                <a:solidFill>
                  <a:srgbClr val="17324D"/>
                </a:solidFill>
                <a:latin typeface="DejaVu Sans"/>
                <a:ea typeface="DejaVu Sans"/>
                <a:cs typeface="DejaVu Sans"/>
              </a:rPr>
              <a:t>TRANSMETRO</a:t>
            </a:r>
          </a:p>
          <a:p xmlns:a="http://schemas.openxmlformats.org/drawingml/2006/main">
            <a:pPr>
              <a:defRPr sz="4875" b="1">
                <a:solidFill>
                  <a:srgbClr val="17324D"/>
                </a:solidFill>
                <a:latin typeface="DejaVu Sans"/>
                <a:ea typeface="DejaVu Sans"/>
                <a:cs typeface="DejaVu Sans"/>
              </a:defRPr>
            </a:pPr>
            <a:r>
              <a:rPr sz="4875" b="1">
                <a:solidFill>
                  <a:srgbClr val="17324D"/>
                </a:solidFill>
                <a:latin typeface="DejaVu Sans"/>
                <a:ea typeface="DejaVu Sans"/>
                <a:cs typeface="DejaVu Sans"/>
              </a:rPr>
              <a:t>DE GUATEMALA</a:t>
            </a:r>
          </a:p>
        </p:txBody>
      </p:sp>
      <p:sp>
        <p:nvSpPr>
          <p:cNvPr id="4" name="text-3">
            <a:extLst xmlns:a="http://schemas.openxmlformats.org/drawingml/2006/main">
              <a:ext uri="{FF2B5EF4-FFF2-40B4-BE49-F238E27FC236}">
                <a16:creationId xmlns:a16="http://schemas.microsoft.com/office/drawing/2014/main" id="{4DA32668-EB06-47E9-B79D-2B7DE889EDA0}"/>
              </a:ext>
            </a:extLst>
          </p:cNvPr>
          <p:cNvSpPr>
            <a:spLocks xmlns:a="http://schemas.openxmlformats.org/drawingml/2006/main" noGrp="1"/>
          </p:cNvSpPr>
          <p:nvPr/>
        </p:nvSpPr>
        <p:spPr>
          <a:xfrm xmlns:a="http://schemas.openxmlformats.org/drawingml/2006/main">
            <a:off x="685800" y="367665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52677C"/>
                </a:solidFill>
                <a:latin typeface="DejaVu Sans"/>
                <a:ea typeface="DejaVu Sans"/>
                <a:cs typeface="DejaVu Sans"/>
              </a:defRPr>
            </a:defPPr>
            <a:lvl1pPr>
              <a:defRPr sz="2400" b="0">
                <a:solidFill>
                  <a:srgbClr val="52677C"/>
                </a:solidFill>
                <a:latin typeface="DejaVu Sans"/>
                <a:ea typeface="DejaVu Sans"/>
                <a:cs typeface="DejaVu Sans"/>
              </a:defRPr>
            </a:lvl1pPr>
            <a:lvl2pPr>
              <a:defRPr sz="2400" b="0">
                <a:solidFill>
                  <a:srgbClr val="52677C"/>
                </a:solidFill>
                <a:latin typeface="DejaVu Sans"/>
                <a:ea typeface="DejaVu Sans"/>
                <a:cs typeface="DejaVu Sans"/>
              </a:defRPr>
            </a:lvl2pPr>
            <a:lvl3pPr>
              <a:defRPr sz="2400" b="0">
                <a:solidFill>
                  <a:srgbClr val="52677C"/>
                </a:solidFill>
                <a:latin typeface="DejaVu Sans"/>
                <a:ea typeface="DejaVu Sans"/>
                <a:cs typeface="DejaVu Sans"/>
              </a:defRPr>
            </a:lvl3pPr>
            <a:lvl4pPr>
              <a:defRPr sz="2400" b="0">
                <a:solidFill>
                  <a:srgbClr val="52677C"/>
                </a:solidFill>
                <a:latin typeface="DejaVu Sans"/>
                <a:ea typeface="DejaVu Sans"/>
                <a:cs typeface="DejaVu Sans"/>
              </a:defRPr>
            </a:lvl4pPr>
            <a:lvl5pPr>
              <a:defRPr sz="2400" b="0">
                <a:solidFill>
                  <a:srgbClr val="52677C"/>
                </a:solidFill>
                <a:latin typeface="DejaVu Sans"/>
                <a:ea typeface="DejaVu Sans"/>
                <a:cs typeface="DejaVu Sans"/>
              </a:defRPr>
            </a:lvl5pPr>
            <a:lvl6pPr>
              <a:defRPr sz="2400" b="0">
                <a:solidFill>
                  <a:srgbClr val="52677C"/>
                </a:solidFill>
                <a:latin typeface="DejaVu Sans"/>
                <a:ea typeface="DejaVu Sans"/>
                <a:cs typeface="DejaVu Sans"/>
              </a:defRPr>
            </a:lvl6pPr>
            <a:lvl7pPr>
              <a:defRPr sz="2400" b="0">
                <a:solidFill>
                  <a:srgbClr val="52677C"/>
                </a:solidFill>
                <a:latin typeface="DejaVu Sans"/>
                <a:ea typeface="DejaVu Sans"/>
                <a:cs typeface="DejaVu Sans"/>
              </a:defRPr>
            </a:lvl7pPr>
            <a:lvl8pPr>
              <a:defRPr sz="2400" b="0">
                <a:solidFill>
                  <a:srgbClr val="52677C"/>
                </a:solidFill>
                <a:latin typeface="DejaVu Sans"/>
                <a:ea typeface="DejaVu Sans"/>
                <a:cs typeface="DejaVu Sans"/>
              </a:defRPr>
            </a:lvl8pPr>
            <a:lvl9pPr>
              <a:defRPr sz="2400" b="0">
                <a:solidFill>
                  <a:srgbClr val="52677C"/>
                </a:solidFill>
                <a:latin typeface="DejaVu Sans"/>
                <a:ea typeface="DejaVu Sans"/>
                <a:cs typeface="DejaVu Sans"/>
              </a:defRPr>
            </a:lvl9pPr>
          </a:lstStyle>
          <a:p xmlns:a="http://schemas.openxmlformats.org/drawingml/2006/main">
            <a:pPr>
              <a:defRPr sz="2400" b="0">
                <a:solidFill>
                  <a:srgbClr val="52677C"/>
                </a:solidFill>
                <a:latin typeface="DejaVu Sans"/>
                <a:ea typeface="DejaVu Sans"/>
                <a:cs typeface="DejaVu Sans"/>
              </a:defRPr>
            </a:pPr>
            <a:r>
              <a:rPr sz="2400" b="0">
                <a:solidFill>
                  <a:srgbClr val="52677C"/>
                </a:solidFill>
                <a:latin typeface="DejaVu Sans"/>
                <a:ea typeface="DejaVu Sans"/>
                <a:cs typeface="DejaVu Sans"/>
              </a:rPr>
              <a:t>Resumen ejecutivo del sistema de gestión</a:t>
            </a:r>
          </a:p>
        </p:txBody>
      </p:sp>
      <p:sp>
        <p:nvSpPr>
          <p:cNvPr id="5" name="text-4">
            <a:extLst xmlns:a="http://schemas.openxmlformats.org/drawingml/2006/main">
              <a:ext uri="{FF2B5EF4-FFF2-40B4-BE49-F238E27FC236}">
                <a16:creationId xmlns:a16="http://schemas.microsoft.com/office/drawing/2014/main" id="{585F89E8-964A-4759-B32B-C24DF22A2996}"/>
              </a:ext>
            </a:extLst>
          </p:cNvPr>
          <p:cNvSpPr>
            <a:spLocks xmlns:a="http://schemas.openxmlformats.org/drawingml/2006/main" noGrp="1"/>
          </p:cNvSpPr>
          <p:nvPr/>
        </p:nvSpPr>
        <p:spPr>
          <a:xfrm xmlns:a="http://schemas.openxmlformats.org/drawingml/2006/main">
            <a:off x="685800" y="50673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24D"/>
                </a:solidFill>
                <a:latin typeface="DejaVu Sans"/>
                <a:ea typeface="DejaVu Sans"/>
                <a:cs typeface="DejaVu Sans"/>
              </a:defRPr>
            </a:defPPr>
            <a:lvl1pPr>
              <a:defRPr sz="2100" b="1">
                <a:solidFill>
                  <a:srgbClr val="17324D"/>
                </a:solidFill>
                <a:latin typeface="DejaVu Sans"/>
                <a:ea typeface="DejaVu Sans"/>
                <a:cs typeface="DejaVu Sans"/>
              </a:defRPr>
            </a:lvl1pPr>
            <a:lvl2pPr>
              <a:defRPr sz="2100" b="1">
                <a:solidFill>
                  <a:srgbClr val="17324D"/>
                </a:solidFill>
                <a:latin typeface="DejaVu Sans"/>
                <a:ea typeface="DejaVu Sans"/>
                <a:cs typeface="DejaVu Sans"/>
              </a:defRPr>
            </a:lvl2pPr>
            <a:lvl3pPr>
              <a:defRPr sz="2100" b="1">
                <a:solidFill>
                  <a:srgbClr val="17324D"/>
                </a:solidFill>
                <a:latin typeface="DejaVu Sans"/>
                <a:ea typeface="DejaVu Sans"/>
                <a:cs typeface="DejaVu Sans"/>
              </a:defRPr>
            </a:lvl3pPr>
            <a:lvl4pPr>
              <a:defRPr sz="2100" b="1">
                <a:solidFill>
                  <a:srgbClr val="17324D"/>
                </a:solidFill>
                <a:latin typeface="DejaVu Sans"/>
                <a:ea typeface="DejaVu Sans"/>
                <a:cs typeface="DejaVu Sans"/>
              </a:defRPr>
            </a:lvl4pPr>
            <a:lvl5pPr>
              <a:defRPr sz="2100" b="1">
                <a:solidFill>
                  <a:srgbClr val="17324D"/>
                </a:solidFill>
                <a:latin typeface="DejaVu Sans"/>
                <a:ea typeface="DejaVu Sans"/>
                <a:cs typeface="DejaVu Sans"/>
              </a:defRPr>
            </a:lvl5pPr>
            <a:lvl6pPr>
              <a:defRPr sz="2100" b="1">
                <a:solidFill>
                  <a:srgbClr val="17324D"/>
                </a:solidFill>
                <a:latin typeface="DejaVu Sans"/>
                <a:ea typeface="DejaVu Sans"/>
                <a:cs typeface="DejaVu Sans"/>
              </a:defRPr>
            </a:lvl6pPr>
            <a:lvl7pPr>
              <a:defRPr sz="2100" b="1">
                <a:solidFill>
                  <a:srgbClr val="17324D"/>
                </a:solidFill>
                <a:latin typeface="DejaVu Sans"/>
                <a:ea typeface="DejaVu Sans"/>
                <a:cs typeface="DejaVu Sans"/>
              </a:defRPr>
            </a:lvl7pPr>
            <a:lvl8pPr>
              <a:defRPr sz="2100" b="1">
                <a:solidFill>
                  <a:srgbClr val="17324D"/>
                </a:solidFill>
                <a:latin typeface="DejaVu Sans"/>
                <a:ea typeface="DejaVu Sans"/>
                <a:cs typeface="DejaVu Sans"/>
              </a:defRPr>
            </a:lvl8pPr>
            <a:lvl9pPr>
              <a:defRPr sz="2100" b="1">
                <a:solidFill>
                  <a:srgbClr val="17324D"/>
                </a:solidFill>
                <a:latin typeface="DejaVu Sans"/>
                <a:ea typeface="DejaVu Sans"/>
                <a:cs typeface="DejaVu Sans"/>
              </a:defRPr>
            </a:lvl9pPr>
          </a:lstStyle>
          <a:p xmlns:a="http://schemas.openxmlformats.org/drawingml/2006/main">
            <a:pPr>
              <a:defRPr sz="2100" b="1">
                <a:solidFill>
                  <a:srgbClr val="17324D"/>
                </a:solidFill>
                <a:latin typeface="DejaVu Sans"/>
                <a:ea typeface="DejaVu Sans"/>
                <a:cs typeface="DejaVu Sans"/>
              </a:defRPr>
            </a:pPr>
            <a:r>
              <a:rPr sz="2100" b="1">
                <a:solidFill>
                  <a:srgbClr val="17324D"/>
                </a:solidFill>
                <a:latin typeface="DejaVu Sans"/>
                <a:ea typeface="DejaVu Sans"/>
                <a:cs typeface="DejaVu Sans"/>
              </a:rPr>
              <a:t>Luis Carlos Barrera Ramírez</a:t>
            </a:r>
          </a:p>
        </p:txBody>
      </p:sp>
      <p:sp>
        <p:nvSpPr>
          <p:cNvPr id="6" name="text-5">
            <a:extLst xmlns:a="http://schemas.openxmlformats.org/drawingml/2006/main">
              <a:ext uri="{FF2B5EF4-FFF2-40B4-BE49-F238E27FC236}">
                <a16:creationId xmlns:a16="http://schemas.microsoft.com/office/drawing/2014/main" id="{2699FAFA-F62B-4709-95C6-59EF0257A0D0}"/>
              </a:ext>
            </a:extLst>
          </p:cNvPr>
          <p:cNvSpPr>
            <a:spLocks xmlns:a="http://schemas.openxmlformats.org/drawingml/2006/main" noGrp="1"/>
          </p:cNvSpPr>
          <p:nvPr/>
        </p:nvSpPr>
        <p:spPr>
          <a:xfrm xmlns:a="http://schemas.openxmlformats.org/drawingml/2006/main">
            <a:off x="685800" y="5572125"/>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77C"/>
                </a:solidFill>
                <a:latin typeface="DejaVu Sans"/>
                <a:ea typeface="DejaVu Sans"/>
                <a:cs typeface="DejaVu Sans"/>
              </a:defRPr>
            </a:defPPr>
            <a:lvl1pPr>
              <a:defRPr sz="1725" b="0">
                <a:solidFill>
                  <a:srgbClr val="52677C"/>
                </a:solidFill>
                <a:latin typeface="DejaVu Sans"/>
                <a:ea typeface="DejaVu Sans"/>
                <a:cs typeface="DejaVu Sans"/>
              </a:defRPr>
            </a:lvl1pPr>
            <a:lvl2pPr>
              <a:defRPr sz="1725" b="0">
                <a:solidFill>
                  <a:srgbClr val="52677C"/>
                </a:solidFill>
                <a:latin typeface="DejaVu Sans"/>
                <a:ea typeface="DejaVu Sans"/>
                <a:cs typeface="DejaVu Sans"/>
              </a:defRPr>
            </a:lvl2pPr>
            <a:lvl3pPr>
              <a:defRPr sz="1725" b="0">
                <a:solidFill>
                  <a:srgbClr val="52677C"/>
                </a:solidFill>
                <a:latin typeface="DejaVu Sans"/>
                <a:ea typeface="DejaVu Sans"/>
                <a:cs typeface="DejaVu Sans"/>
              </a:defRPr>
            </a:lvl3pPr>
            <a:lvl4pPr>
              <a:defRPr sz="1725" b="0">
                <a:solidFill>
                  <a:srgbClr val="52677C"/>
                </a:solidFill>
                <a:latin typeface="DejaVu Sans"/>
                <a:ea typeface="DejaVu Sans"/>
                <a:cs typeface="DejaVu Sans"/>
              </a:defRPr>
            </a:lvl4pPr>
            <a:lvl5pPr>
              <a:defRPr sz="1725" b="0">
                <a:solidFill>
                  <a:srgbClr val="52677C"/>
                </a:solidFill>
                <a:latin typeface="DejaVu Sans"/>
                <a:ea typeface="DejaVu Sans"/>
                <a:cs typeface="DejaVu Sans"/>
              </a:defRPr>
            </a:lvl5pPr>
            <a:lvl6pPr>
              <a:defRPr sz="1725" b="0">
                <a:solidFill>
                  <a:srgbClr val="52677C"/>
                </a:solidFill>
                <a:latin typeface="DejaVu Sans"/>
                <a:ea typeface="DejaVu Sans"/>
                <a:cs typeface="DejaVu Sans"/>
              </a:defRPr>
            </a:lvl6pPr>
            <a:lvl7pPr>
              <a:defRPr sz="1725" b="0">
                <a:solidFill>
                  <a:srgbClr val="52677C"/>
                </a:solidFill>
                <a:latin typeface="DejaVu Sans"/>
                <a:ea typeface="DejaVu Sans"/>
                <a:cs typeface="DejaVu Sans"/>
              </a:defRPr>
            </a:lvl7pPr>
            <a:lvl8pPr>
              <a:defRPr sz="1725" b="0">
                <a:solidFill>
                  <a:srgbClr val="52677C"/>
                </a:solidFill>
                <a:latin typeface="DejaVu Sans"/>
                <a:ea typeface="DejaVu Sans"/>
                <a:cs typeface="DejaVu Sans"/>
              </a:defRPr>
            </a:lvl8pPr>
            <a:lvl9pPr>
              <a:defRPr sz="1725" b="0">
                <a:solidFill>
                  <a:srgbClr val="52677C"/>
                </a:solidFill>
                <a:latin typeface="DejaVu Sans"/>
                <a:ea typeface="DejaVu Sans"/>
                <a:cs typeface="DejaVu Sans"/>
              </a:defRPr>
            </a:lvl9pPr>
          </a:lstStyle>
          <a:p xmlns:a="http://schemas.openxmlformats.org/drawingml/2006/main">
            <a:pPr>
              <a:defRPr sz="1725" b="0">
                <a:solidFill>
                  <a:srgbClr val="52677C"/>
                </a:solidFill>
                <a:latin typeface="DejaVu Sans"/>
                <a:ea typeface="DejaVu Sans"/>
                <a:cs typeface="DejaVu Sans"/>
              </a:defRPr>
            </a:pPr>
            <a:r>
              <a:rPr sz="1725" b="0">
                <a:solidFill>
                  <a:srgbClr val="52677C"/>
                </a:solidFill>
                <a:latin typeface="DejaVu Sans"/>
                <a:ea typeface="DejaVu Sans"/>
                <a:cs typeface="DejaVu Sans"/>
              </a:rPr>
              <a:t>Universidad Mariano Gálvez de Guatemala</a:t>
            </a:r>
          </a:p>
          <a:p xmlns:a="http://schemas.openxmlformats.org/drawingml/2006/main">
            <a:pPr>
              <a:defRPr sz="1725" b="0">
                <a:solidFill>
                  <a:srgbClr val="52677C"/>
                </a:solidFill>
                <a:latin typeface="DejaVu Sans"/>
                <a:ea typeface="DejaVu Sans"/>
                <a:cs typeface="DejaVu Sans"/>
              </a:defRPr>
            </a:pPr>
            <a:r>
              <a:rPr sz="1725" b="0">
                <a:solidFill>
                  <a:srgbClr val="52677C"/>
                </a:solidFill>
                <a:latin typeface="DejaVu Sans"/>
                <a:ea typeface="DejaVu Sans"/>
                <a:cs typeface="DejaVu Sans"/>
              </a:rPr>
              <a:t>Proyecto académico · Octubre de 2026</a:t>
            </a:r>
          </a:p>
        </p:txBody>
      </p:sp>
      <p:pic>
        <p:nvPicPr>
          <p:cNvPr id="7" name="">
            <a:extLst xmlns:a="http://schemas.openxmlformats.org/drawingml/2006/main">
              <a:ext uri="{FF2B5EF4-FFF2-40B4-BE49-F238E27FC236}">
                <a16:creationId xmlns:a16="http://schemas.microsoft.com/office/drawing/2014/main" id="{1CD5CE41-4886-49DC-99C3-CC80FF98BEE1}"/>
              </a:ext>
            </a:extLst>
          </p:cNvPr>
          <p:cNvPicPr>
            <a:picLocks xmlns:a="http://schemas.openxmlformats.org/drawingml/2006/main" noChangeAspect="1"/>
          </p:cNvPicPr>
          <p:nvPr/>
        </p:nvPicPr>
        <p:blipFill>
          <a:blip xmlns:r="http://schemas.openxmlformats.org/officeDocument/2006/relationships" xmlns:a="http://schemas.openxmlformats.org/drawingml/2006/main" r:embed="R07aeff8186534328"/>
          <a:stretch xmlns:a="http://schemas.openxmlformats.org/drawingml/2006/main"/>
        </p:blipFill>
        <p:spPr>
          <a:xfrm xmlns:a="http://schemas.openxmlformats.org/drawingml/2006/main">
            <a:off x="8877300" y="381000"/>
            <a:ext cx="2667000" cy="1333500"/>
          </a:xfrm>
          <a:prstGeom xmlns:a="http://schemas.openxmlformats.org/drawingml/2006/main" prst="rect">
            <a:avLst/>
          </a:prstGeom>
        </p:spPr>
      </p:pic>
    </p:spTree>
    <p:extLst>
      <p:ext uri="{BB962C8B-B14F-4D97-AF65-F5344CB8AC3E}">
        <p14:creationId xmlns:p14="http://schemas.microsoft.com/office/powerpoint/2010/main" val="396303515"/>
      </p:ext>
    </p:extLst>
  </p:cSld>
</p:sld>
</file>

<file path=ppt/slides/slide2.xml><?xml version="1.0" encoding="utf-8"?>
<p:sld xmlns:p="http://schemas.openxmlformats.org/presentationml/2006/main">
  <p:cSld>
    <p:bg>
      <p:bgPr>
        <a:solidFill xmlns:a="http://schemas.openxmlformats.org/drawingml/2006/main">
          <a:srgbClr val="243B53"/>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F9CBCFDB-C9C5-497B-A4EE-587A117CA6B0}"/>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DejaVu Sans"/>
                <a:ea typeface="DejaVu Sans"/>
                <a:cs typeface="DejaVu Sans"/>
              </a:defRPr>
            </a:defPPr>
            <a:lvl1pPr>
              <a:defRPr sz="3300" b="1">
                <a:solidFill>
                  <a:srgbClr val="FFFFFF"/>
                </a:solidFill>
                <a:latin typeface="DejaVu Sans"/>
                <a:ea typeface="DejaVu Sans"/>
                <a:cs typeface="DejaVu Sans"/>
              </a:defRPr>
            </a:lvl1pPr>
            <a:lvl2pPr>
              <a:defRPr sz="3300" b="1">
                <a:solidFill>
                  <a:srgbClr val="FFFFFF"/>
                </a:solidFill>
                <a:latin typeface="DejaVu Sans"/>
                <a:ea typeface="DejaVu Sans"/>
                <a:cs typeface="DejaVu Sans"/>
              </a:defRPr>
            </a:lvl2pPr>
            <a:lvl3pPr>
              <a:defRPr sz="3300" b="1">
                <a:solidFill>
                  <a:srgbClr val="FFFFFF"/>
                </a:solidFill>
                <a:latin typeface="DejaVu Sans"/>
                <a:ea typeface="DejaVu Sans"/>
                <a:cs typeface="DejaVu Sans"/>
              </a:defRPr>
            </a:lvl3pPr>
            <a:lvl4pPr>
              <a:defRPr sz="3300" b="1">
                <a:solidFill>
                  <a:srgbClr val="FFFFFF"/>
                </a:solidFill>
                <a:latin typeface="DejaVu Sans"/>
                <a:ea typeface="DejaVu Sans"/>
                <a:cs typeface="DejaVu Sans"/>
              </a:defRPr>
            </a:lvl4pPr>
            <a:lvl5pPr>
              <a:defRPr sz="3300" b="1">
                <a:solidFill>
                  <a:srgbClr val="FFFFFF"/>
                </a:solidFill>
                <a:latin typeface="DejaVu Sans"/>
                <a:ea typeface="DejaVu Sans"/>
                <a:cs typeface="DejaVu Sans"/>
              </a:defRPr>
            </a:lvl5pPr>
            <a:lvl6pPr>
              <a:defRPr sz="3300" b="1">
                <a:solidFill>
                  <a:srgbClr val="FFFFFF"/>
                </a:solidFill>
                <a:latin typeface="DejaVu Sans"/>
                <a:ea typeface="DejaVu Sans"/>
                <a:cs typeface="DejaVu Sans"/>
              </a:defRPr>
            </a:lvl6pPr>
            <a:lvl7pPr>
              <a:defRPr sz="3300" b="1">
                <a:solidFill>
                  <a:srgbClr val="FFFFFF"/>
                </a:solidFill>
                <a:latin typeface="DejaVu Sans"/>
                <a:ea typeface="DejaVu Sans"/>
                <a:cs typeface="DejaVu Sans"/>
              </a:defRPr>
            </a:lvl7pPr>
            <a:lvl8pPr>
              <a:defRPr sz="3300" b="1">
                <a:solidFill>
                  <a:srgbClr val="FFFFFF"/>
                </a:solidFill>
                <a:latin typeface="DejaVu Sans"/>
                <a:ea typeface="DejaVu Sans"/>
                <a:cs typeface="DejaVu Sans"/>
              </a:defRPr>
            </a:lvl8pPr>
            <a:lvl9pPr>
              <a:defRPr sz="3300" b="1">
                <a:solidFill>
                  <a:srgbClr val="FFFFFF"/>
                </a:solidFill>
                <a:latin typeface="DejaVu Sans"/>
                <a:ea typeface="DejaVu Sans"/>
                <a:cs typeface="DejaVu Sans"/>
              </a:defRPr>
            </a:lvl9pPr>
          </a:lstStyle>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Resumen de la solución</a:t>
            </a:r>
          </a:p>
        </p:txBody>
      </p:sp>
      <p:sp>
        <p:nvSpPr>
          <p:cNvPr id="2" name="text-1">
            <a:extLst xmlns:a="http://schemas.openxmlformats.org/drawingml/2006/main">
              <a:ext uri="{FF2B5EF4-FFF2-40B4-BE49-F238E27FC236}">
                <a16:creationId xmlns:a16="http://schemas.microsoft.com/office/drawing/2014/main" id="{EE78434C-49AB-44EA-9C02-A77448238EA2}"/>
              </a:ext>
            </a:extLst>
          </p:cNvPr>
          <p:cNvSpPr>
            <a:spLocks xmlns:a="http://schemas.openxmlformats.org/drawingml/2006/main" noGrp="1"/>
          </p:cNvSpPr>
          <p:nvPr/>
        </p:nvSpPr>
        <p:spPr>
          <a:xfrm xmlns:a="http://schemas.openxmlformats.org/drawingml/2006/main">
            <a:off x="666750" y="15144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DBE6EE"/>
                </a:solidFill>
                <a:latin typeface="DejaVu Sans"/>
                <a:ea typeface="DejaVu Sans"/>
                <a:cs typeface="DejaVu Sans"/>
              </a:defRPr>
            </a:defPPr>
            <a:lvl1pPr>
              <a:defRPr sz="1800" b="0">
                <a:solidFill>
                  <a:srgbClr val="DBE6EE"/>
                </a:solidFill>
                <a:latin typeface="DejaVu Sans"/>
                <a:ea typeface="DejaVu Sans"/>
                <a:cs typeface="DejaVu Sans"/>
              </a:defRPr>
            </a:lvl1pPr>
            <a:lvl2pPr>
              <a:defRPr sz="1800" b="0">
                <a:solidFill>
                  <a:srgbClr val="DBE6EE"/>
                </a:solidFill>
                <a:latin typeface="DejaVu Sans"/>
                <a:ea typeface="DejaVu Sans"/>
                <a:cs typeface="DejaVu Sans"/>
              </a:defRPr>
            </a:lvl2pPr>
            <a:lvl3pPr>
              <a:defRPr sz="1800" b="0">
                <a:solidFill>
                  <a:srgbClr val="DBE6EE"/>
                </a:solidFill>
                <a:latin typeface="DejaVu Sans"/>
                <a:ea typeface="DejaVu Sans"/>
                <a:cs typeface="DejaVu Sans"/>
              </a:defRPr>
            </a:lvl3pPr>
            <a:lvl4pPr>
              <a:defRPr sz="1800" b="0">
                <a:solidFill>
                  <a:srgbClr val="DBE6EE"/>
                </a:solidFill>
                <a:latin typeface="DejaVu Sans"/>
                <a:ea typeface="DejaVu Sans"/>
                <a:cs typeface="DejaVu Sans"/>
              </a:defRPr>
            </a:lvl4pPr>
            <a:lvl5pPr>
              <a:defRPr sz="1800" b="0">
                <a:solidFill>
                  <a:srgbClr val="DBE6EE"/>
                </a:solidFill>
                <a:latin typeface="DejaVu Sans"/>
                <a:ea typeface="DejaVu Sans"/>
                <a:cs typeface="DejaVu Sans"/>
              </a:defRPr>
            </a:lvl5pPr>
            <a:lvl6pPr>
              <a:defRPr sz="1800" b="0">
                <a:solidFill>
                  <a:srgbClr val="DBE6EE"/>
                </a:solidFill>
                <a:latin typeface="DejaVu Sans"/>
                <a:ea typeface="DejaVu Sans"/>
                <a:cs typeface="DejaVu Sans"/>
              </a:defRPr>
            </a:lvl6pPr>
            <a:lvl7pPr>
              <a:defRPr sz="1800" b="0">
                <a:solidFill>
                  <a:srgbClr val="DBE6EE"/>
                </a:solidFill>
                <a:latin typeface="DejaVu Sans"/>
                <a:ea typeface="DejaVu Sans"/>
                <a:cs typeface="DejaVu Sans"/>
              </a:defRPr>
            </a:lvl7pPr>
            <a:lvl8pPr>
              <a:defRPr sz="1800" b="0">
                <a:solidFill>
                  <a:srgbClr val="DBE6EE"/>
                </a:solidFill>
                <a:latin typeface="DejaVu Sans"/>
                <a:ea typeface="DejaVu Sans"/>
                <a:cs typeface="DejaVu Sans"/>
              </a:defRPr>
            </a:lvl8pPr>
            <a:lvl9pPr>
              <a:defRPr sz="1800" b="0">
                <a:solidFill>
                  <a:srgbClr val="DBE6EE"/>
                </a:solidFill>
                <a:latin typeface="DejaVu Sans"/>
                <a:ea typeface="DejaVu Sans"/>
                <a:cs typeface="DejaVu Sans"/>
              </a:defRPr>
            </a:lvl9pPr>
          </a:lstStyle>
          <a:p xmlns:a="http://schemas.openxmlformats.org/drawingml/2006/main">
            <a:pPr>
              <a:defRPr sz="1800" b="0">
                <a:solidFill>
                  <a:srgbClr val="DBE6EE"/>
                </a:solidFill>
                <a:latin typeface="DejaVu Sans"/>
                <a:ea typeface="DejaVu Sans"/>
                <a:cs typeface="DejaVu Sans"/>
              </a:defRPr>
            </a:pPr>
            <a:r>
              <a:rPr sz="1800" b="0">
                <a:solidFill>
                  <a:srgbClr val="DBE6EE"/>
                </a:solidFill>
                <a:latin typeface="DejaVu Sans"/>
                <a:ea typeface="DejaVu Sans"/>
                <a:cs typeface="DejaVu Sans"/>
              </a:rPr>
              <a:t>Una aplicación web para gestionar la operación y ofrecer consultas al ciudadano</a:t>
            </a:r>
          </a:p>
        </p:txBody>
      </p:sp>
      <p:sp>
        <p:nvSpPr>
          <p:cNvPr id="3" name="text-2">
            <a:extLst xmlns:a="http://schemas.openxmlformats.org/drawingml/2006/main">
              <a:ext uri="{FF2B5EF4-FFF2-40B4-BE49-F238E27FC236}">
                <a16:creationId xmlns:a16="http://schemas.microsoft.com/office/drawing/2014/main" id="{48C9AE01-4565-4D38-85C0-E55BB83EBCF3}"/>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DBE6EE"/>
                </a:solidFill>
                <a:latin typeface="DejaVu Sans"/>
                <a:ea typeface="DejaVu Sans"/>
                <a:cs typeface="DejaVu Sans"/>
              </a:defRPr>
            </a:defPPr>
            <a:lvl1pPr>
              <a:defRPr sz="1200" b="0">
                <a:solidFill>
                  <a:srgbClr val="DBE6EE"/>
                </a:solidFill>
                <a:latin typeface="DejaVu Sans"/>
                <a:ea typeface="DejaVu Sans"/>
                <a:cs typeface="DejaVu Sans"/>
              </a:defRPr>
            </a:lvl1pPr>
            <a:lvl2pPr>
              <a:defRPr sz="1200" b="0">
                <a:solidFill>
                  <a:srgbClr val="DBE6EE"/>
                </a:solidFill>
                <a:latin typeface="DejaVu Sans"/>
                <a:ea typeface="DejaVu Sans"/>
                <a:cs typeface="DejaVu Sans"/>
              </a:defRPr>
            </a:lvl2pPr>
            <a:lvl3pPr>
              <a:defRPr sz="1200" b="0">
                <a:solidFill>
                  <a:srgbClr val="DBE6EE"/>
                </a:solidFill>
                <a:latin typeface="DejaVu Sans"/>
                <a:ea typeface="DejaVu Sans"/>
                <a:cs typeface="DejaVu Sans"/>
              </a:defRPr>
            </a:lvl3pPr>
            <a:lvl4pPr>
              <a:defRPr sz="1200" b="0">
                <a:solidFill>
                  <a:srgbClr val="DBE6EE"/>
                </a:solidFill>
                <a:latin typeface="DejaVu Sans"/>
                <a:ea typeface="DejaVu Sans"/>
                <a:cs typeface="DejaVu Sans"/>
              </a:defRPr>
            </a:lvl4pPr>
            <a:lvl5pPr>
              <a:defRPr sz="1200" b="0">
                <a:solidFill>
                  <a:srgbClr val="DBE6EE"/>
                </a:solidFill>
                <a:latin typeface="DejaVu Sans"/>
                <a:ea typeface="DejaVu Sans"/>
                <a:cs typeface="DejaVu Sans"/>
              </a:defRPr>
            </a:lvl5pPr>
            <a:lvl6pPr>
              <a:defRPr sz="1200" b="0">
                <a:solidFill>
                  <a:srgbClr val="DBE6EE"/>
                </a:solidFill>
                <a:latin typeface="DejaVu Sans"/>
                <a:ea typeface="DejaVu Sans"/>
                <a:cs typeface="DejaVu Sans"/>
              </a:defRPr>
            </a:lvl6pPr>
            <a:lvl7pPr>
              <a:defRPr sz="1200" b="0">
                <a:solidFill>
                  <a:srgbClr val="DBE6EE"/>
                </a:solidFill>
                <a:latin typeface="DejaVu Sans"/>
                <a:ea typeface="DejaVu Sans"/>
                <a:cs typeface="DejaVu Sans"/>
              </a:defRPr>
            </a:lvl7pPr>
            <a:lvl8pPr>
              <a:defRPr sz="1200" b="0">
                <a:solidFill>
                  <a:srgbClr val="DBE6EE"/>
                </a:solidFill>
                <a:latin typeface="DejaVu Sans"/>
                <a:ea typeface="DejaVu Sans"/>
                <a:cs typeface="DejaVu Sans"/>
              </a:defRPr>
            </a:lvl8pPr>
            <a:lvl9pPr>
              <a:defRPr sz="1200" b="0">
                <a:solidFill>
                  <a:srgbClr val="DBE6EE"/>
                </a:solidFill>
                <a:latin typeface="DejaVu Sans"/>
                <a:ea typeface="DejaVu Sans"/>
                <a:cs typeface="DejaVu Sans"/>
              </a:defRPr>
            </a:lvl9pPr>
          </a:lstStyle>
          <a:p xmlns:a="http://schemas.openxmlformats.org/drawingml/2006/main">
            <a:pPr>
              <a:defRPr sz="1200" b="0">
                <a:solidFill>
                  <a:srgbClr val="DBE6EE"/>
                </a:solidFill>
                <a:latin typeface="DejaVu Sans"/>
                <a:ea typeface="DejaVu Sans"/>
                <a:cs typeface="DejaVu Sans"/>
              </a:defRPr>
            </a:pPr>
            <a:r>
              <a:rPr sz="1200" b="0">
                <a:solidFill>
                  <a:srgbClr val="DBE6EE"/>
                </a:solidFill>
                <a:latin typeface="DejaVu Sans"/>
                <a:ea typeface="DejaVu Sans"/>
                <a:cs typeface="DejaVu Sans"/>
              </a:rPr>
              <a:t>02</a:t>
            </a:r>
          </a:p>
        </p:txBody>
      </p:sp>
      <p:sp>
        <p:nvSpPr>
          <p:cNvPr id="4" name="text-3">
            <a:extLst xmlns:a="http://schemas.openxmlformats.org/drawingml/2006/main">
              <a:ext uri="{FF2B5EF4-FFF2-40B4-BE49-F238E27FC236}">
                <a16:creationId xmlns:a16="http://schemas.microsoft.com/office/drawing/2014/main" id="{221F5D52-1610-4D5E-9FB3-274EAB68AA75}"/>
              </a:ext>
            </a:extLst>
          </p:cNvPr>
          <p:cNvSpPr>
            <a:spLocks xmlns:a="http://schemas.openxmlformats.org/drawingml/2006/main" noGrp="1"/>
          </p:cNvSpPr>
          <p:nvPr/>
        </p:nvSpPr>
        <p:spPr>
          <a:xfrm xmlns:a="http://schemas.openxmlformats.org/drawingml/2006/main">
            <a:off x="666750" y="2428875"/>
            <a:ext cx="481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97D700"/>
                </a:solidFill>
                <a:latin typeface="DejaVu Sans"/>
                <a:ea typeface="DejaVu Sans"/>
                <a:cs typeface="DejaVu Sans"/>
              </a:defRPr>
            </a:defPPr>
            <a:lvl1pPr>
              <a:defRPr sz="2325" b="1">
                <a:solidFill>
                  <a:srgbClr val="97D700"/>
                </a:solidFill>
                <a:latin typeface="DejaVu Sans"/>
                <a:ea typeface="DejaVu Sans"/>
                <a:cs typeface="DejaVu Sans"/>
              </a:defRPr>
            </a:lvl1pPr>
            <a:lvl2pPr>
              <a:defRPr sz="2325" b="1">
                <a:solidFill>
                  <a:srgbClr val="97D700"/>
                </a:solidFill>
                <a:latin typeface="DejaVu Sans"/>
                <a:ea typeface="DejaVu Sans"/>
                <a:cs typeface="DejaVu Sans"/>
              </a:defRPr>
            </a:lvl2pPr>
            <a:lvl3pPr>
              <a:defRPr sz="2325" b="1">
                <a:solidFill>
                  <a:srgbClr val="97D700"/>
                </a:solidFill>
                <a:latin typeface="DejaVu Sans"/>
                <a:ea typeface="DejaVu Sans"/>
                <a:cs typeface="DejaVu Sans"/>
              </a:defRPr>
            </a:lvl3pPr>
            <a:lvl4pPr>
              <a:defRPr sz="2325" b="1">
                <a:solidFill>
                  <a:srgbClr val="97D700"/>
                </a:solidFill>
                <a:latin typeface="DejaVu Sans"/>
                <a:ea typeface="DejaVu Sans"/>
                <a:cs typeface="DejaVu Sans"/>
              </a:defRPr>
            </a:lvl4pPr>
            <a:lvl5pPr>
              <a:defRPr sz="2325" b="1">
                <a:solidFill>
                  <a:srgbClr val="97D700"/>
                </a:solidFill>
                <a:latin typeface="DejaVu Sans"/>
                <a:ea typeface="DejaVu Sans"/>
                <a:cs typeface="DejaVu Sans"/>
              </a:defRPr>
            </a:lvl5pPr>
            <a:lvl6pPr>
              <a:defRPr sz="2325" b="1">
                <a:solidFill>
                  <a:srgbClr val="97D700"/>
                </a:solidFill>
                <a:latin typeface="DejaVu Sans"/>
                <a:ea typeface="DejaVu Sans"/>
                <a:cs typeface="DejaVu Sans"/>
              </a:defRPr>
            </a:lvl6pPr>
            <a:lvl7pPr>
              <a:defRPr sz="2325" b="1">
                <a:solidFill>
                  <a:srgbClr val="97D700"/>
                </a:solidFill>
                <a:latin typeface="DejaVu Sans"/>
                <a:ea typeface="DejaVu Sans"/>
                <a:cs typeface="DejaVu Sans"/>
              </a:defRPr>
            </a:lvl7pPr>
            <a:lvl8pPr>
              <a:defRPr sz="2325" b="1">
                <a:solidFill>
                  <a:srgbClr val="97D700"/>
                </a:solidFill>
                <a:latin typeface="DejaVu Sans"/>
                <a:ea typeface="DejaVu Sans"/>
                <a:cs typeface="DejaVu Sans"/>
              </a:defRPr>
            </a:lvl8pPr>
            <a:lvl9pPr>
              <a:defRPr sz="2325" b="1">
                <a:solidFill>
                  <a:srgbClr val="97D700"/>
                </a:solidFill>
                <a:latin typeface="DejaVu Sans"/>
                <a:ea typeface="DejaVu Sans"/>
                <a:cs typeface="DejaVu Sans"/>
              </a:defRPr>
            </a:lvl9pPr>
          </a:lstStyle>
          <a:p xmlns:a="http://schemas.openxmlformats.org/drawingml/2006/main">
            <a:pPr>
              <a:defRPr sz="2325" b="1">
                <a:solidFill>
                  <a:srgbClr val="97D700"/>
                </a:solidFill>
                <a:latin typeface="DejaVu Sans"/>
                <a:ea typeface="DejaVu Sans"/>
                <a:cs typeface="DejaVu Sans"/>
              </a:defRPr>
            </a:pPr>
            <a:r>
              <a:rPr sz="2325" b="1">
                <a:solidFill>
                  <a:srgbClr val="97D700"/>
                </a:solidFill>
                <a:latin typeface="DejaVu Sans"/>
                <a:ea typeface="DejaVu Sans"/>
                <a:cs typeface="DejaVu Sans"/>
              </a:rPr>
              <a:t>Gestión del personal</a:t>
            </a:r>
          </a:p>
        </p:txBody>
      </p:sp>
      <p:sp>
        <p:nvSpPr>
          <p:cNvPr id="5" name="text-4">
            <a:extLst xmlns:a="http://schemas.openxmlformats.org/drawingml/2006/main">
              <a:ext uri="{FF2B5EF4-FFF2-40B4-BE49-F238E27FC236}">
                <a16:creationId xmlns:a16="http://schemas.microsoft.com/office/drawing/2014/main" id="{429ACC40-3516-44C7-A4BD-8909DA3CAB3F}"/>
              </a:ext>
            </a:extLst>
          </p:cNvPr>
          <p:cNvSpPr>
            <a:spLocks xmlns:a="http://schemas.openxmlformats.org/drawingml/2006/main" noGrp="1"/>
          </p:cNvSpPr>
          <p:nvPr/>
        </p:nvSpPr>
        <p:spPr>
          <a:xfrm xmlns:a="http://schemas.openxmlformats.org/drawingml/2006/main">
            <a:off x="666750" y="2981325"/>
            <a:ext cx="4810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Configuración de líneas y estaciones, flota, asignaciones y control operativo.</a:t>
            </a:r>
          </a:p>
        </p:txBody>
      </p:sp>
      <p:sp>
        <p:nvSpPr>
          <p:cNvPr id="6" name="text-5">
            <a:extLst xmlns:a="http://schemas.openxmlformats.org/drawingml/2006/main">
              <a:ext uri="{FF2B5EF4-FFF2-40B4-BE49-F238E27FC236}">
                <a16:creationId xmlns:a16="http://schemas.microsoft.com/office/drawing/2014/main" id="{FC6950B2-AF28-46CB-BFE3-1998EA40E30C}"/>
              </a:ext>
            </a:extLst>
          </p:cNvPr>
          <p:cNvSpPr>
            <a:spLocks xmlns:a="http://schemas.openxmlformats.org/drawingml/2006/main" noGrp="1"/>
          </p:cNvSpPr>
          <p:nvPr/>
        </p:nvSpPr>
        <p:spPr>
          <a:xfrm xmlns:a="http://schemas.openxmlformats.org/drawingml/2006/main">
            <a:off x="6477000" y="2428875"/>
            <a:ext cx="481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97D700"/>
                </a:solidFill>
                <a:latin typeface="DejaVu Sans"/>
                <a:ea typeface="DejaVu Sans"/>
                <a:cs typeface="DejaVu Sans"/>
              </a:defRPr>
            </a:defPPr>
            <a:lvl1pPr>
              <a:defRPr sz="2325" b="1">
                <a:solidFill>
                  <a:srgbClr val="97D700"/>
                </a:solidFill>
                <a:latin typeface="DejaVu Sans"/>
                <a:ea typeface="DejaVu Sans"/>
                <a:cs typeface="DejaVu Sans"/>
              </a:defRPr>
            </a:lvl1pPr>
            <a:lvl2pPr>
              <a:defRPr sz="2325" b="1">
                <a:solidFill>
                  <a:srgbClr val="97D700"/>
                </a:solidFill>
                <a:latin typeface="DejaVu Sans"/>
                <a:ea typeface="DejaVu Sans"/>
                <a:cs typeface="DejaVu Sans"/>
              </a:defRPr>
            </a:lvl2pPr>
            <a:lvl3pPr>
              <a:defRPr sz="2325" b="1">
                <a:solidFill>
                  <a:srgbClr val="97D700"/>
                </a:solidFill>
                <a:latin typeface="DejaVu Sans"/>
                <a:ea typeface="DejaVu Sans"/>
                <a:cs typeface="DejaVu Sans"/>
              </a:defRPr>
            </a:lvl3pPr>
            <a:lvl4pPr>
              <a:defRPr sz="2325" b="1">
                <a:solidFill>
                  <a:srgbClr val="97D700"/>
                </a:solidFill>
                <a:latin typeface="DejaVu Sans"/>
                <a:ea typeface="DejaVu Sans"/>
                <a:cs typeface="DejaVu Sans"/>
              </a:defRPr>
            </a:lvl4pPr>
            <a:lvl5pPr>
              <a:defRPr sz="2325" b="1">
                <a:solidFill>
                  <a:srgbClr val="97D700"/>
                </a:solidFill>
                <a:latin typeface="DejaVu Sans"/>
                <a:ea typeface="DejaVu Sans"/>
                <a:cs typeface="DejaVu Sans"/>
              </a:defRPr>
            </a:lvl5pPr>
            <a:lvl6pPr>
              <a:defRPr sz="2325" b="1">
                <a:solidFill>
                  <a:srgbClr val="97D700"/>
                </a:solidFill>
                <a:latin typeface="DejaVu Sans"/>
                <a:ea typeface="DejaVu Sans"/>
                <a:cs typeface="DejaVu Sans"/>
              </a:defRPr>
            </a:lvl6pPr>
            <a:lvl7pPr>
              <a:defRPr sz="2325" b="1">
                <a:solidFill>
                  <a:srgbClr val="97D700"/>
                </a:solidFill>
                <a:latin typeface="DejaVu Sans"/>
                <a:ea typeface="DejaVu Sans"/>
                <a:cs typeface="DejaVu Sans"/>
              </a:defRPr>
            </a:lvl7pPr>
            <a:lvl8pPr>
              <a:defRPr sz="2325" b="1">
                <a:solidFill>
                  <a:srgbClr val="97D700"/>
                </a:solidFill>
                <a:latin typeface="DejaVu Sans"/>
                <a:ea typeface="DejaVu Sans"/>
                <a:cs typeface="DejaVu Sans"/>
              </a:defRPr>
            </a:lvl8pPr>
            <a:lvl9pPr>
              <a:defRPr sz="2325" b="1">
                <a:solidFill>
                  <a:srgbClr val="97D700"/>
                </a:solidFill>
                <a:latin typeface="DejaVu Sans"/>
                <a:ea typeface="DejaVu Sans"/>
                <a:cs typeface="DejaVu Sans"/>
              </a:defRPr>
            </a:lvl9pPr>
          </a:lstStyle>
          <a:p xmlns:a="http://schemas.openxmlformats.org/drawingml/2006/main">
            <a:pPr>
              <a:defRPr sz="2325" b="1">
                <a:solidFill>
                  <a:srgbClr val="97D700"/>
                </a:solidFill>
                <a:latin typeface="DejaVu Sans"/>
                <a:ea typeface="DejaVu Sans"/>
                <a:cs typeface="DejaVu Sans"/>
              </a:defRPr>
            </a:pPr>
            <a:r>
              <a:rPr sz="2325" b="1">
                <a:solidFill>
                  <a:srgbClr val="97D700"/>
                </a:solidFill>
                <a:latin typeface="DejaVu Sans"/>
                <a:ea typeface="DejaVu Sans"/>
                <a:cs typeface="DejaVu Sans"/>
              </a:rPr>
              <a:t>Portal ciudadano</a:t>
            </a:r>
          </a:p>
        </p:txBody>
      </p:sp>
      <p:sp>
        <p:nvSpPr>
          <p:cNvPr id="7" name="text-6">
            <a:extLst xmlns:a="http://schemas.openxmlformats.org/drawingml/2006/main">
              <a:ext uri="{FF2B5EF4-FFF2-40B4-BE49-F238E27FC236}">
                <a16:creationId xmlns:a16="http://schemas.microsoft.com/office/drawing/2014/main" id="{A6300CC1-4BAC-4D04-B352-8057267641A7}"/>
              </a:ext>
            </a:extLst>
          </p:cNvPr>
          <p:cNvSpPr>
            <a:spLocks xmlns:a="http://schemas.openxmlformats.org/drawingml/2006/main" noGrp="1"/>
          </p:cNvSpPr>
          <p:nvPr/>
        </p:nvSpPr>
        <p:spPr>
          <a:xfrm xmlns:a="http://schemas.openxmlformats.org/drawingml/2006/main">
            <a:off x="6477000" y="2981325"/>
            <a:ext cx="4810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Consulta de tarjeta, recargas, pagos, seguimiento por línea y mapa.</a:t>
            </a:r>
          </a:p>
        </p:txBody>
      </p:sp>
      <p:sp>
        <p:nvSpPr>
          <p:cNvPr id="8" name="text-7">
            <a:extLst xmlns:a="http://schemas.openxmlformats.org/drawingml/2006/main">
              <a:ext uri="{FF2B5EF4-FFF2-40B4-BE49-F238E27FC236}">
                <a16:creationId xmlns:a16="http://schemas.microsoft.com/office/drawing/2014/main" id="{2FDDB19B-86CE-430C-A813-A4E53A60E421}"/>
              </a:ext>
            </a:extLst>
          </p:cNvPr>
          <p:cNvSpPr>
            <a:spLocks xmlns:a="http://schemas.openxmlformats.org/drawingml/2006/main" noGrp="1"/>
          </p:cNvSpPr>
          <p:nvPr/>
        </p:nvSpPr>
        <p:spPr>
          <a:xfrm xmlns:a="http://schemas.openxmlformats.org/drawingml/2006/main">
            <a:off x="666750" y="48196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97D700"/>
                </a:solidFill>
                <a:latin typeface="DejaVu Sans"/>
                <a:ea typeface="DejaVu Sans"/>
                <a:cs typeface="DejaVu Sans"/>
              </a:defRPr>
            </a:defPPr>
            <a:lvl1pPr>
              <a:defRPr sz="2175" b="1">
                <a:solidFill>
                  <a:srgbClr val="97D700"/>
                </a:solidFill>
                <a:latin typeface="DejaVu Sans"/>
                <a:ea typeface="DejaVu Sans"/>
                <a:cs typeface="DejaVu Sans"/>
              </a:defRPr>
            </a:lvl1pPr>
            <a:lvl2pPr>
              <a:defRPr sz="2175" b="1">
                <a:solidFill>
                  <a:srgbClr val="97D700"/>
                </a:solidFill>
                <a:latin typeface="DejaVu Sans"/>
                <a:ea typeface="DejaVu Sans"/>
                <a:cs typeface="DejaVu Sans"/>
              </a:defRPr>
            </a:lvl2pPr>
            <a:lvl3pPr>
              <a:defRPr sz="2175" b="1">
                <a:solidFill>
                  <a:srgbClr val="97D700"/>
                </a:solidFill>
                <a:latin typeface="DejaVu Sans"/>
                <a:ea typeface="DejaVu Sans"/>
                <a:cs typeface="DejaVu Sans"/>
              </a:defRPr>
            </a:lvl3pPr>
            <a:lvl4pPr>
              <a:defRPr sz="2175" b="1">
                <a:solidFill>
                  <a:srgbClr val="97D700"/>
                </a:solidFill>
                <a:latin typeface="DejaVu Sans"/>
                <a:ea typeface="DejaVu Sans"/>
                <a:cs typeface="DejaVu Sans"/>
              </a:defRPr>
            </a:lvl4pPr>
            <a:lvl5pPr>
              <a:defRPr sz="2175" b="1">
                <a:solidFill>
                  <a:srgbClr val="97D700"/>
                </a:solidFill>
                <a:latin typeface="DejaVu Sans"/>
                <a:ea typeface="DejaVu Sans"/>
                <a:cs typeface="DejaVu Sans"/>
              </a:defRPr>
            </a:lvl5pPr>
            <a:lvl6pPr>
              <a:defRPr sz="2175" b="1">
                <a:solidFill>
                  <a:srgbClr val="97D700"/>
                </a:solidFill>
                <a:latin typeface="DejaVu Sans"/>
                <a:ea typeface="DejaVu Sans"/>
                <a:cs typeface="DejaVu Sans"/>
              </a:defRPr>
            </a:lvl6pPr>
            <a:lvl7pPr>
              <a:defRPr sz="2175" b="1">
                <a:solidFill>
                  <a:srgbClr val="97D700"/>
                </a:solidFill>
                <a:latin typeface="DejaVu Sans"/>
                <a:ea typeface="DejaVu Sans"/>
                <a:cs typeface="DejaVu Sans"/>
              </a:defRPr>
            </a:lvl7pPr>
            <a:lvl8pPr>
              <a:defRPr sz="2175" b="1">
                <a:solidFill>
                  <a:srgbClr val="97D700"/>
                </a:solidFill>
                <a:latin typeface="DejaVu Sans"/>
                <a:ea typeface="DejaVu Sans"/>
                <a:cs typeface="DejaVu Sans"/>
              </a:defRPr>
            </a:lvl8pPr>
            <a:lvl9pPr>
              <a:defRPr sz="2175" b="1">
                <a:solidFill>
                  <a:srgbClr val="97D700"/>
                </a:solidFill>
                <a:latin typeface="DejaVu Sans"/>
                <a:ea typeface="DejaVu Sans"/>
                <a:cs typeface="DejaVu Sans"/>
              </a:defRPr>
            </a:lvl9pPr>
          </a:lstStyle>
          <a:p xmlns:a="http://schemas.openxmlformats.org/drawingml/2006/main">
            <a:pPr>
              <a:defRPr sz="2175" b="1">
                <a:solidFill>
                  <a:srgbClr val="97D700"/>
                </a:solidFill>
                <a:latin typeface="DejaVu Sans"/>
                <a:ea typeface="DejaVu Sans"/>
                <a:cs typeface="DejaVu Sans"/>
              </a:defRPr>
            </a:pPr>
            <a:r>
              <a:rPr sz="2175" b="1">
                <a:solidFill>
                  <a:srgbClr val="97D700"/>
                </a:solidFill>
                <a:latin typeface="DejaVu Sans"/>
                <a:ea typeface="DejaVu Sans"/>
                <a:cs typeface="DejaVu Sans"/>
              </a:rPr>
              <a:t>Estado actual</a:t>
            </a:r>
          </a:p>
        </p:txBody>
      </p:sp>
      <p:sp>
        <p:nvSpPr>
          <p:cNvPr id="9" name="text-8">
            <a:extLst xmlns:a="http://schemas.openxmlformats.org/drawingml/2006/main">
              <a:ext uri="{FF2B5EF4-FFF2-40B4-BE49-F238E27FC236}">
                <a16:creationId xmlns:a16="http://schemas.microsoft.com/office/drawing/2014/main" id="{A09BECAF-75D8-4CF4-B28C-7F5E3B185B60}"/>
              </a:ext>
            </a:extLst>
          </p:cNvPr>
          <p:cNvSpPr>
            <a:spLocks xmlns:a="http://schemas.openxmlformats.org/drawingml/2006/main" noGrp="1"/>
          </p:cNvSpPr>
          <p:nvPr/>
        </p:nvSpPr>
        <p:spPr>
          <a:xfrm xmlns:a="http://schemas.openxmlformats.org/drawingml/2006/main">
            <a:off x="666750" y="5334000"/>
            <a:ext cx="10477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DejaVu Sans"/>
                <a:ea typeface="DejaVu Sans"/>
                <a:cs typeface="DejaVu Sans"/>
              </a:defRPr>
            </a:defPPr>
            <a:lvl1pPr>
              <a:defRPr sz="2175" b="0">
                <a:solidFill>
                  <a:srgbClr val="FFFFFF"/>
                </a:solidFill>
                <a:latin typeface="DejaVu Sans"/>
                <a:ea typeface="DejaVu Sans"/>
                <a:cs typeface="DejaVu Sans"/>
              </a:defRPr>
            </a:lvl1pPr>
            <a:lvl2pPr>
              <a:defRPr sz="2175" b="0">
                <a:solidFill>
                  <a:srgbClr val="FFFFFF"/>
                </a:solidFill>
                <a:latin typeface="DejaVu Sans"/>
                <a:ea typeface="DejaVu Sans"/>
                <a:cs typeface="DejaVu Sans"/>
              </a:defRPr>
            </a:lvl2pPr>
            <a:lvl3pPr>
              <a:defRPr sz="2175" b="0">
                <a:solidFill>
                  <a:srgbClr val="FFFFFF"/>
                </a:solidFill>
                <a:latin typeface="DejaVu Sans"/>
                <a:ea typeface="DejaVu Sans"/>
                <a:cs typeface="DejaVu Sans"/>
              </a:defRPr>
            </a:lvl3pPr>
            <a:lvl4pPr>
              <a:defRPr sz="2175" b="0">
                <a:solidFill>
                  <a:srgbClr val="FFFFFF"/>
                </a:solidFill>
                <a:latin typeface="DejaVu Sans"/>
                <a:ea typeface="DejaVu Sans"/>
                <a:cs typeface="DejaVu Sans"/>
              </a:defRPr>
            </a:lvl4pPr>
            <a:lvl5pPr>
              <a:defRPr sz="2175" b="0">
                <a:solidFill>
                  <a:srgbClr val="FFFFFF"/>
                </a:solidFill>
                <a:latin typeface="DejaVu Sans"/>
                <a:ea typeface="DejaVu Sans"/>
                <a:cs typeface="DejaVu Sans"/>
              </a:defRPr>
            </a:lvl5pPr>
            <a:lvl6pPr>
              <a:defRPr sz="2175" b="0">
                <a:solidFill>
                  <a:srgbClr val="FFFFFF"/>
                </a:solidFill>
                <a:latin typeface="DejaVu Sans"/>
                <a:ea typeface="DejaVu Sans"/>
                <a:cs typeface="DejaVu Sans"/>
              </a:defRPr>
            </a:lvl6pPr>
            <a:lvl7pPr>
              <a:defRPr sz="2175" b="0">
                <a:solidFill>
                  <a:srgbClr val="FFFFFF"/>
                </a:solidFill>
                <a:latin typeface="DejaVu Sans"/>
                <a:ea typeface="DejaVu Sans"/>
                <a:cs typeface="DejaVu Sans"/>
              </a:defRPr>
            </a:lvl7pPr>
            <a:lvl8pPr>
              <a:defRPr sz="2175" b="0">
                <a:solidFill>
                  <a:srgbClr val="FFFFFF"/>
                </a:solidFill>
                <a:latin typeface="DejaVu Sans"/>
                <a:ea typeface="DejaVu Sans"/>
                <a:cs typeface="DejaVu Sans"/>
              </a:defRPr>
            </a:lvl8pPr>
            <a:lvl9pPr>
              <a:defRPr sz="2175" b="0">
                <a:solidFill>
                  <a:srgbClr val="FFFFFF"/>
                </a:solidFill>
                <a:latin typeface="DejaVu Sans"/>
                <a:ea typeface="DejaVu Sans"/>
                <a:cs typeface="DejaVu Sans"/>
              </a:defRPr>
            </a:lvl9pPr>
          </a:lstStyle>
          <a:p xmlns:a="http://schemas.openxmlformats.org/drawingml/2006/main">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Aplicación publicada en Azure con inicio de sesión y consulta de registros comprobados.</a:t>
            </a:r>
          </a:p>
        </p:txBody>
      </p:sp>
    </p:spTree>
    <p:extLst>
      <p:ext uri="{BB962C8B-B14F-4D97-AF65-F5344CB8AC3E}">
        <p14:creationId xmlns:p14="http://schemas.microsoft.com/office/powerpoint/2010/main" val="12028142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F0DE7F7-C75D-4E7B-8B3A-218CA0DA652B}"/>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pPr>
              <a:defRPr sz="3300" b="1">
                <a:solidFill>
                  <a:srgbClr val="17324D"/>
                </a:solidFill>
                <a:latin typeface="DejaVu Sans"/>
                <a:ea typeface="DejaVu Sans"/>
                <a:cs typeface="DejaVu Sans"/>
              </a:defRPr>
            </a:pPr>
            <a:r>
              <a:rPr sz="3300" b="1">
                <a:solidFill>
                  <a:srgbClr val="17324D"/>
                </a:solidFill>
                <a:latin typeface="DejaVu Sans"/>
                <a:ea typeface="DejaVu Sans"/>
                <a:cs typeface="DejaVu Sans"/>
              </a:rPr>
              <a:t>Necesidad y objetivo del proyecto</a:t>
            </a:r>
          </a:p>
        </p:txBody>
      </p:sp>
      <p:sp>
        <p:nvSpPr>
          <p:cNvPr id="2" name="text-1">
            <a:extLst xmlns:a="http://schemas.openxmlformats.org/drawingml/2006/main">
              <a:ext uri="{FF2B5EF4-FFF2-40B4-BE49-F238E27FC236}">
                <a16:creationId xmlns:a16="http://schemas.microsoft.com/office/drawing/2014/main" id="{15F7B239-D647-418E-8469-88021CD631D9}"/>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03</a:t>
            </a:r>
          </a:p>
        </p:txBody>
      </p:sp>
      <p:sp>
        <p:nvSpPr>
          <p:cNvPr id="3" name="text-2">
            <a:extLst xmlns:a="http://schemas.openxmlformats.org/drawingml/2006/main">
              <a:ext uri="{FF2B5EF4-FFF2-40B4-BE49-F238E27FC236}">
                <a16:creationId xmlns:a16="http://schemas.microsoft.com/office/drawing/2014/main" id="{1536BF80-04FB-414C-AA3B-23B980046A2A}"/>
              </a:ext>
            </a:extLst>
          </p:cNvPr>
          <p:cNvSpPr>
            <a:spLocks xmlns:a="http://schemas.openxmlformats.org/drawingml/2006/main" noGrp="1"/>
          </p:cNvSpPr>
          <p:nvPr/>
        </p:nvSpPr>
        <p:spPr>
          <a:xfrm xmlns:a="http://schemas.openxmlformats.org/drawingml/2006/main">
            <a:off x="666750" y="2076450"/>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Necesidad</a:t>
            </a:r>
          </a:p>
        </p:txBody>
      </p:sp>
      <p:sp>
        <p:nvSpPr>
          <p:cNvPr id="4" name="text-3">
            <a:extLst xmlns:a="http://schemas.openxmlformats.org/drawingml/2006/main">
              <a:ext uri="{FF2B5EF4-FFF2-40B4-BE49-F238E27FC236}">
                <a16:creationId xmlns:a16="http://schemas.microsoft.com/office/drawing/2014/main" id="{B138EED0-4A30-4ADE-8FDA-99DEF88EFA1A}"/>
              </a:ext>
            </a:extLst>
          </p:cNvPr>
          <p:cNvSpPr>
            <a:spLocks xmlns:a="http://schemas.openxmlformats.org/drawingml/2006/main" noGrp="1"/>
          </p:cNvSpPr>
          <p:nvPr/>
        </p:nvSpPr>
        <p:spPr>
          <a:xfrm xmlns:a="http://schemas.openxmlformats.org/drawingml/2006/main">
            <a:off x="666750" y="2628900"/>
            <a:ext cx="5048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Relacionar líneas, estaciones, buses y personal sin perder el orden de cada recorrido.</a:t>
            </a:r>
          </a:p>
        </p:txBody>
      </p:sp>
      <p:sp>
        <p:nvSpPr>
          <p:cNvPr id="5" name="text-4">
            <a:extLst xmlns:a="http://schemas.openxmlformats.org/drawingml/2006/main">
              <a:ext uri="{FF2B5EF4-FFF2-40B4-BE49-F238E27FC236}">
                <a16:creationId xmlns:a16="http://schemas.microsoft.com/office/drawing/2014/main" id="{A8A30DCE-636B-437C-BEAF-BBEDEE4017D7}"/>
              </a:ext>
            </a:extLst>
          </p:cNvPr>
          <p:cNvSpPr>
            <a:spLocks xmlns:a="http://schemas.openxmlformats.org/drawingml/2006/main" noGrp="1"/>
          </p:cNvSpPr>
          <p:nvPr/>
        </p:nvSpPr>
        <p:spPr>
          <a:xfrm xmlns:a="http://schemas.openxmlformats.org/drawingml/2006/main">
            <a:off x="6477000" y="2076450"/>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Objetivo</a:t>
            </a:r>
          </a:p>
        </p:txBody>
      </p:sp>
      <p:sp>
        <p:nvSpPr>
          <p:cNvPr id="6" name="text-5">
            <a:extLst xmlns:a="http://schemas.openxmlformats.org/drawingml/2006/main">
              <a:ext uri="{FF2B5EF4-FFF2-40B4-BE49-F238E27FC236}">
                <a16:creationId xmlns:a16="http://schemas.microsoft.com/office/drawing/2014/main" id="{F6DDC088-ECF7-4E91-AD00-DDD0C4B77E41}"/>
              </a:ext>
            </a:extLst>
          </p:cNvPr>
          <p:cNvSpPr>
            <a:spLocks xmlns:a="http://schemas.openxmlformats.org/drawingml/2006/main" noGrp="1"/>
          </p:cNvSpPr>
          <p:nvPr/>
        </p:nvSpPr>
        <p:spPr>
          <a:xfrm xmlns:a="http://schemas.openxmlformats.org/drawingml/2006/main">
            <a:off x="6477000" y="2628900"/>
            <a:ext cx="5048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Centralizar los registros y aplicar reglas que apoyen el control de la operación.</a:t>
            </a:r>
          </a:p>
        </p:txBody>
      </p:sp>
      <p:sp>
        <p:nvSpPr>
          <p:cNvPr id="7" name="text-6">
            <a:extLst xmlns:a="http://schemas.openxmlformats.org/drawingml/2006/main">
              <a:ext uri="{FF2B5EF4-FFF2-40B4-BE49-F238E27FC236}">
                <a16:creationId xmlns:a16="http://schemas.microsoft.com/office/drawing/2014/main" id="{B461A6AA-8575-447C-81A3-CAD3AA522162}"/>
              </a:ext>
            </a:extLst>
          </p:cNvPr>
          <p:cNvSpPr>
            <a:spLocks xmlns:a="http://schemas.openxmlformats.org/drawingml/2006/main" noGrp="1"/>
          </p:cNvSpPr>
          <p:nvPr/>
        </p:nvSpPr>
        <p:spPr>
          <a:xfrm xmlns:a="http://schemas.openxmlformats.org/drawingml/2006/main">
            <a:off x="666750" y="4467225"/>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7324D"/>
                </a:solidFill>
                <a:latin typeface="DejaVu Sans"/>
                <a:ea typeface="DejaVu Sans"/>
                <a:cs typeface="DejaVu Sans"/>
              </a:defRPr>
            </a:defPPr>
            <a:lvl1pPr>
              <a:defRPr sz="2400" b="1">
                <a:solidFill>
                  <a:srgbClr val="17324D"/>
                </a:solidFill>
                <a:latin typeface="DejaVu Sans"/>
                <a:ea typeface="DejaVu Sans"/>
                <a:cs typeface="DejaVu Sans"/>
              </a:defRPr>
            </a:lvl1pPr>
            <a:lvl2pPr>
              <a:defRPr sz="2400" b="1">
                <a:solidFill>
                  <a:srgbClr val="17324D"/>
                </a:solidFill>
                <a:latin typeface="DejaVu Sans"/>
                <a:ea typeface="DejaVu Sans"/>
                <a:cs typeface="DejaVu Sans"/>
              </a:defRPr>
            </a:lvl2pPr>
            <a:lvl3pPr>
              <a:defRPr sz="2400" b="1">
                <a:solidFill>
                  <a:srgbClr val="17324D"/>
                </a:solidFill>
                <a:latin typeface="DejaVu Sans"/>
                <a:ea typeface="DejaVu Sans"/>
                <a:cs typeface="DejaVu Sans"/>
              </a:defRPr>
            </a:lvl3pPr>
            <a:lvl4pPr>
              <a:defRPr sz="2400" b="1">
                <a:solidFill>
                  <a:srgbClr val="17324D"/>
                </a:solidFill>
                <a:latin typeface="DejaVu Sans"/>
                <a:ea typeface="DejaVu Sans"/>
                <a:cs typeface="DejaVu Sans"/>
              </a:defRPr>
            </a:lvl4pPr>
            <a:lvl5pPr>
              <a:defRPr sz="2400" b="1">
                <a:solidFill>
                  <a:srgbClr val="17324D"/>
                </a:solidFill>
                <a:latin typeface="DejaVu Sans"/>
                <a:ea typeface="DejaVu Sans"/>
                <a:cs typeface="DejaVu Sans"/>
              </a:defRPr>
            </a:lvl5pPr>
            <a:lvl6pPr>
              <a:defRPr sz="2400" b="1">
                <a:solidFill>
                  <a:srgbClr val="17324D"/>
                </a:solidFill>
                <a:latin typeface="DejaVu Sans"/>
                <a:ea typeface="DejaVu Sans"/>
                <a:cs typeface="DejaVu Sans"/>
              </a:defRPr>
            </a:lvl6pPr>
            <a:lvl7pPr>
              <a:defRPr sz="2400" b="1">
                <a:solidFill>
                  <a:srgbClr val="17324D"/>
                </a:solidFill>
                <a:latin typeface="DejaVu Sans"/>
                <a:ea typeface="DejaVu Sans"/>
                <a:cs typeface="DejaVu Sans"/>
              </a:defRPr>
            </a:lvl7pPr>
            <a:lvl8pPr>
              <a:defRPr sz="2400" b="1">
                <a:solidFill>
                  <a:srgbClr val="17324D"/>
                </a:solidFill>
                <a:latin typeface="DejaVu Sans"/>
                <a:ea typeface="DejaVu Sans"/>
                <a:cs typeface="DejaVu Sans"/>
              </a:defRPr>
            </a:lvl8pPr>
            <a:lvl9pPr>
              <a:defRPr sz="2400" b="1">
                <a:solidFill>
                  <a:srgbClr val="17324D"/>
                </a:solidFill>
                <a:latin typeface="DejaVu Sans"/>
                <a:ea typeface="DejaVu Sans"/>
                <a:cs typeface="DejaVu Sans"/>
              </a:defRPr>
            </a:lvl9pPr>
          </a:lstStyle>
          <a:p xmlns:a="http://schemas.openxmlformats.org/drawingml/2006/main">
            <a:pPr>
              <a:defRPr sz="2400" b="1">
                <a:solidFill>
                  <a:srgbClr val="17324D"/>
                </a:solidFill>
                <a:latin typeface="DejaVu Sans"/>
                <a:ea typeface="DejaVu Sans"/>
                <a:cs typeface="DejaVu Sans"/>
              </a:defRPr>
            </a:pPr>
            <a:r>
              <a:rPr sz="2400" b="1">
                <a:solidFill>
                  <a:srgbClr val="17324D"/>
                </a:solidFill>
                <a:latin typeface="DejaVu Sans"/>
                <a:ea typeface="DejaVu Sans"/>
                <a:cs typeface="DejaVu Sans"/>
              </a:rPr>
              <a:t>Información útil para decidir</a:t>
            </a:r>
          </a:p>
        </p:txBody>
      </p:sp>
      <p:sp>
        <p:nvSpPr>
          <p:cNvPr id="8" name="text-7">
            <a:extLst xmlns:a="http://schemas.openxmlformats.org/drawingml/2006/main">
              <a:ext uri="{FF2B5EF4-FFF2-40B4-BE49-F238E27FC236}">
                <a16:creationId xmlns:a16="http://schemas.microsoft.com/office/drawing/2014/main" id="{8130961B-6A5D-4DA4-8CEA-63DB3A2145DF}"/>
              </a:ext>
            </a:extLst>
          </p:cNvPr>
          <p:cNvSpPr>
            <a:spLocks xmlns:a="http://schemas.openxmlformats.org/drawingml/2006/main" noGrp="1"/>
          </p:cNvSpPr>
          <p:nvPr/>
        </p:nvSpPr>
        <p:spPr>
          <a:xfrm xmlns:a="http://schemas.openxmlformats.org/drawingml/2006/main">
            <a:off x="666750" y="5057775"/>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52677C"/>
                </a:solidFill>
                <a:latin typeface="DejaVu Sans"/>
                <a:ea typeface="DejaVu Sans"/>
                <a:cs typeface="DejaVu Sans"/>
              </a:defRPr>
            </a:defPPr>
            <a:lvl1pPr>
              <a:defRPr sz="2175" b="0">
                <a:solidFill>
                  <a:srgbClr val="52677C"/>
                </a:solidFill>
                <a:latin typeface="DejaVu Sans"/>
                <a:ea typeface="DejaVu Sans"/>
                <a:cs typeface="DejaVu Sans"/>
              </a:defRPr>
            </a:lvl1pPr>
            <a:lvl2pPr>
              <a:defRPr sz="2175" b="0">
                <a:solidFill>
                  <a:srgbClr val="52677C"/>
                </a:solidFill>
                <a:latin typeface="DejaVu Sans"/>
                <a:ea typeface="DejaVu Sans"/>
                <a:cs typeface="DejaVu Sans"/>
              </a:defRPr>
            </a:lvl2pPr>
            <a:lvl3pPr>
              <a:defRPr sz="2175" b="0">
                <a:solidFill>
                  <a:srgbClr val="52677C"/>
                </a:solidFill>
                <a:latin typeface="DejaVu Sans"/>
                <a:ea typeface="DejaVu Sans"/>
                <a:cs typeface="DejaVu Sans"/>
              </a:defRPr>
            </a:lvl3pPr>
            <a:lvl4pPr>
              <a:defRPr sz="2175" b="0">
                <a:solidFill>
                  <a:srgbClr val="52677C"/>
                </a:solidFill>
                <a:latin typeface="DejaVu Sans"/>
                <a:ea typeface="DejaVu Sans"/>
                <a:cs typeface="DejaVu Sans"/>
              </a:defRPr>
            </a:lvl4pPr>
            <a:lvl5pPr>
              <a:defRPr sz="2175" b="0">
                <a:solidFill>
                  <a:srgbClr val="52677C"/>
                </a:solidFill>
                <a:latin typeface="DejaVu Sans"/>
                <a:ea typeface="DejaVu Sans"/>
                <a:cs typeface="DejaVu Sans"/>
              </a:defRPr>
            </a:lvl5pPr>
            <a:lvl6pPr>
              <a:defRPr sz="2175" b="0">
                <a:solidFill>
                  <a:srgbClr val="52677C"/>
                </a:solidFill>
                <a:latin typeface="DejaVu Sans"/>
                <a:ea typeface="DejaVu Sans"/>
                <a:cs typeface="DejaVu Sans"/>
              </a:defRPr>
            </a:lvl6pPr>
            <a:lvl7pPr>
              <a:defRPr sz="2175" b="0">
                <a:solidFill>
                  <a:srgbClr val="52677C"/>
                </a:solidFill>
                <a:latin typeface="DejaVu Sans"/>
                <a:ea typeface="DejaVu Sans"/>
                <a:cs typeface="DejaVu Sans"/>
              </a:defRPr>
            </a:lvl7pPr>
            <a:lvl8pPr>
              <a:defRPr sz="2175" b="0">
                <a:solidFill>
                  <a:srgbClr val="52677C"/>
                </a:solidFill>
                <a:latin typeface="DejaVu Sans"/>
                <a:ea typeface="DejaVu Sans"/>
                <a:cs typeface="DejaVu Sans"/>
              </a:defRPr>
            </a:lvl8pPr>
            <a:lvl9pPr>
              <a:defRPr sz="2175" b="0">
                <a:solidFill>
                  <a:srgbClr val="52677C"/>
                </a:solidFill>
                <a:latin typeface="DejaVu Sans"/>
                <a:ea typeface="DejaVu Sans"/>
                <a:cs typeface="DejaVu Sans"/>
              </a:defRPr>
            </a:lvl9pPr>
          </a:lstStyle>
          <a:p xmlns:a="http://schemas.openxmlformats.org/drawingml/2006/main">
            <a:pPr>
              <a:defRPr sz="2175" b="0">
                <a:solidFill>
                  <a:srgbClr val="52677C"/>
                </a:solidFill>
                <a:latin typeface="DejaVu Sans"/>
                <a:ea typeface="DejaVu Sans"/>
                <a:cs typeface="DejaVu Sans"/>
              </a:defRPr>
            </a:pPr>
            <a:r>
              <a:rPr sz="2175" b="0">
                <a:solidFill>
                  <a:srgbClr val="52677C"/>
                </a:solidFill>
                <a:latin typeface="DejaVu Sans"/>
                <a:ea typeface="DejaVu Sans"/>
                <a:cs typeface="DejaVu Sans"/>
              </a:rPr>
              <a:t>Identificar la unidad disponible, registrar la demanda de pasajeros y consultar la trazabilidad de las operaciones.</a:t>
            </a:r>
          </a:p>
        </p:txBody>
      </p:sp>
    </p:spTree>
    <p:extLst>
      <p:ext uri="{BB962C8B-B14F-4D97-AF65-F5344CB8AC3E}">
        <p14:creationId xmlns:p14="http://schemas.microsoft.com/office/powerpoint/2010/main" val="13195054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E024B061-3480-4647-921B-72AB40466E1E}"/>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pPr>
              <a:defRPr sz="3300" b="1">
                <a:solidFill>
                  <a:srgbClr val="17324D"/>
                </a:solidFill>
                <a:latin typeface="DejaVu Sans"/>
                <a:ea typeface="DejaVu Sans"/>
                <a:cs typeface="DejaVu Sans"/>
              </a:defRPr>
            </a:pPr>
            <a:r>
              <a:rPr sz="3300" b="1">
                <a:solidFill>
                  <a:srgbClr val="17324D"/>
                </a:solidFill>
                <a:latin typeface="DejaVu Sans"/>
                <a:ea typeface="DejaVu Sans"/>
                <a:cs typeface="DejaVu Sans"/>
              </a:rPr>
              <a:t>Alcance funcional</a:t>
            </a:r>
          </a:p>
        </p:txBody>
      </p:sp>
      <p:sp>
        <p:nvSpPr>
          <p:cNvPr id="2" name="text-1">
            <a:extLst xmlns:a="http://schemas.openxmlformats.org/drawingml/2006/main">
              <a:ext uri="{FF2B5EF4-FFF2-40B4-BE49-F238E27FC236}">
                <a16:creationId xmlns:a16="http://schemas.microsoft.com/office/drawing/2014/main" id="{A776BBA1-19B7-4840-917D-F6897A255DF5}"/>
              </a:ext>
            </a:extLst>
          </p:cNvPr>
          <p:cNvSpPr>
            <a:spLocks xmlns:a="http://schemas.openxmlformats.org/drawingml/2006/main" noGrp="1"/>
          </p:cNvSpPr>
          <p:nvPr/>
        </p:nvSpPr>
        <p:spPr>
          <a:xfrm xmlns:a="http://schemas.openxmlformats.org/drawingml/2006/main">
            <a:off x="666750" y="15144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77C"/>
                </a:solidFill>
                <a:latin typeface="DejaVu Sans"/>
                <a:ea typeface="DejaVu Sans"/>
                <a:cs typeface="DejaVu Sans"/>
              </a:defRPr>
            </a:defPPr>
            <a:lvl1pPr>
              <a:defRPr sz="1800" b="0">
                <a:solidFill>
                  <a:srgbClr val="52677C"/>
                </a:solidFill>
                <a:latin typeface="DejaVu Sans"/>
                <a:ea typeface="DejaVu Sans"/>
                <a:cs typeface="DejaVu Sans"/>
              </a:defRPr>
            </a:lvl1pPr>
            <a:lvl2pPr>
              <a:defRPr sz="1800" b="0">
                <a:solidFill>
                  <a:srgbClr val="52677C"/>
                </a:solidFill>
                <a:latin typeface="DejaVu Sans"/>
                <a:ea typeface="DejaVu Sans"/>
                <a:cs typeface="DejaVu Sans"/>
              </a:defRPr>
            </a:lvl2pPr>
            <a:lvl3pPr>
              <a:defRPr sz="1800" b="0">
                <a:solidFill>
                  <a:srgbClr val="52677C"/>
                </a:solidFill>
                <a:latin typeface="DejaVu Sans"/>
                <a:ea typeface="DejaVu Sans"/>
                <a:cs typeface="DejaVu Sans"/>
              </a:defRPr>
            </a:lvl3pPr>
            <a:lvl4pPr>
              <a:defRPr sz="1800" b="0">
                <a:solidFill>
                  <a:srgbClr val="52677C"/>
                </a:solidFill>
                <a:latin typeface="DejaVu Sans"/>
                <a:ea typeface="DejaVu Sans"/>
                <a:cs typeface="DejaVu Sans"/>
              </a:defRPr>
            </a:lvl4pPr>
            <a:lvl5pPr>
              <a:defRPr sz="1800" b="0">
                <a:solidFill>
                  <a:srgbClr val="52677C"/>
                </a:solidFill>
                <a:latin typeface="DejaVu Sans"/>
                <a:ea typeface="DejaVu Sans"/>
                <a:cs typeface="DejaVu Sans"/>
              </a:defRPr>
            </a:lvl5pPr>
            <a:lvl6pPr>
              <a:defRPr sz="1800" b="0">
                <a:solidFill>
                  <a:srgbClr val="52677C"/>
                </a:solidFill>
                <a:latin typeface="DejaVu Sans"/>
                <a:ea typeface="DejaVu Sans"/>
                <a:cs typeface="DejaVu Sans"/>
              </a:defRPr>
            </a:lvl6pPr>
            <a:lvl7pPr>
              <a:defRPr sz="1800" b="0">
                <a:solidFill>
                  <a:srgbClr val="52677C"/>
                </a:solidFill>
                <a:latin typeface="DejaVu Sans"/>
                <a:ea typeface="DejaVu Sans"/>
                <a:cs typeface="DejaVu Sans"/>
              </a:defRPr>
            </a:lvl7pPr>
            <a:lvl8pPr>
              <a:defRPr sz="1800" b="0">
                <a:solidFill>
                  <a:srgbClr val="52677C"/>
                </a:solidFill>
                <a:latin typeface="DejaVu Sans"/>
                <a:ea typeface="DejaVu Sans"/>
                <a:cs typeface="DejaVu Sans"/>
              </a:defRPr>
            </a:lvl8pPr>
            <a:lvl9pPr>
              <a:defRPr sz="1800" b="0">
                <a:solidFill>
                  <a:srgbClr val="52677C"/>
                </a:solidFill>
                <a:latin typeface="DejaVu Sans"/>
                <a:ea typeface="DejaVu Sans"/>
                <a:cs typeface="DejaVu Sans"/>
              </a:defRPr>
            </a:lvl9pPr>
          </a:lstStyle>
          <a:p xmlns:a="http://schemas.openxmlformats.org/drawingml/2006/main">
            <a:pPr>
              <a:defRPr sz="1800" b="0">
                <a:solidFill>
                  <a:srgbClr val="52677C"/>
                </a:solidFill>
                <a:latin typeface="DejaVu Sans"/>
                <a:ea typeface="DejaVu Sans"/>
                <a:cs typeface="DejaVu Sans"/>
              </a:defRPr>
            </a:pPr>
            <a:r>
              <a:rPr sz="1800" b="0">
                <a:solidFill>
                  <a:srgbClr val="52677C"/>
                </a:solidFill>
                <a:latin typeface="DejaVu Sans"/>
                <a:ea typeface="DejaVu Sans"/>
                <a:cs typeface="DejaVu Sans"/>
              </a:rPr>
              <a:t>El personal administra la operación desde módulos independientes</a:t>
            </a:r>
          </a:p>
        </p:txBody>
      </p:sp>
      <p:sp>
        <p:nvSpPr>
          <p:cNvPr id="3" name="text-2">
            <a:extLst xmlns:a="http://schemas.openxmlformats.org/drawingml/2006/main">
              <a:ext uri="{FF2B5EF4-FFF2-40B4-BE49-F238E27FC236}">
                <a16:creationId xmlns:a16="http://schemas.microsoft.com/office/drawing/2014/main" id="{EA7F6640-085D-406C-97AE-32D7038F4620}"/>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04</a:t>
            </a:r>
          </a:p>
        </p:txBody>
      </p:sp>
      <p:sp>
        <p:nvSpPr>
          <p:cNvPr id="4" name="text-3">
            <a:extLst xmlns:a="http://schemas.openxmlformats.org/drawingml/2006/main">
              <a:ext uri="{FF2B5EF4-FFF2-40B4-BE49-F238E27FC236}">
                <a16:creationId xmlns:a16="http://schemas.microsoft.com/office/drawing/2014/main" id="{672EEF6D-C739-4EB8-BA26-76685B18DD38}"/>
              </a:ext>
            </a:extLst>
          </p:cNvPr>
          <p:cNvSpPr>
            <a:spLocks xmlns:a="http://schemas.openxmlformats.org/drawingml/2006/main" noGrp="1"/>
          </p:cNvSpPr>
          <p:nvPr/>
        </p:nvSpPr>
        <p:spPr>
          <a:xfrm xmlns:a="http://schemas.openxmlformats.org/drawingml/2006/main">
            <a:off x="666750" y="223837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52677C"/>
                </a:solidFill>
                <a:latin typeface="DejaVu Sans"/>
                <a:ea typeface="DejaVu Sans"/>
                <a:cs typeface="DejaVu Sans"/>
              </a:defRPr>
            </a:defPPr>
            <a:lvl1pPr>
              <a:defRPr sz="2475" b="1">
                <a:solidFill>
                  <a:srgbClr val="52677C"/>
                </a:solidFill>
                <a:latin typeface="DejaVu Sans"/>
                <a:ea typeface="DejaVu Sans"/>
                <a:cs typeface="DejaVu Sans"/>
              </a:defRPr>
            </a:lvl1pPr>
            <a:lvl2pPr>
              <a:defRPr sz="2475" b="1">
                <a:solidFill>
                  <a:srgbClr val="52677C"/>
                </a:solidFill>
                <a:latin typeface="DejaVu Sans"/>
                <a:ea typeface="DejaVu Sans"/>
                <a:cs typeface="DejaVu Sans"/>
              </a:defRPr>
            </a:lvl2pPr>
            <a:lvl3pPr>
              <a:defRPr sz="2475" b="1">
                <a:solidFill>
                  <a:srgbClr val="52677C"/>
                </a:solidFill>
                <a:latin typeface="DejaVu Sans"/>
                <a:ea typeface="DejaVu Sans"/>
                <a:cs typeface="DejaVu Sans"/>
              </a:defRPr>
            </a:lvl3pPr>
            <a:lvl4pPr>
              <a:defRPr sz="2475" b="1">
                <a:solidFill>
                  <a:srgbClr val="52677C"/>
                </a:solidFill>
                <a:latin typeface="DejaVu Sans"/>
                <a:ea typeface="DejaVu Sans"/>
                <a:cs typeface="DejaVu Sans"/>
              </a:defRPr>
            </a:lvl4pPr>
            <a:lvl5pPr>
              <a:defRPr sz="2475" b="1">
                <a:solidFill>
                  <a:srgbClr val="52677C"/>
                </a:solidFill>
                <a:latin typeface="DejaVu Sans"/>
                <a:ea typeface="DejaVu Sans"/>
                <a:cs typeface="DejaVu Sans"/>
              </a:defRPr>
            </a:lvl5pPr>
            <a:lvl6pPr>
              <a:defRPr sz="2475" b="1">
                <a:solidFill>
                  <a:srgbClr val="52677C"/>
                </a:solidFill>
                <a:latin typeface="DejaVu Sans"/>
                <a:ea typeface="DejaVu Sans"/>
                <a:cs typeface="DejaVu Sans"/>
              </a:defRPr>
            </a:lvl6pPr>
            <a:lvl7pPr>
              <a:defRPr sz="2475" b="1">
                <a:solidFill>
                  <a:srgbClr val="52677C"/>
                </a:solidFill>
                <a:latin typeface="DejaVu Sans"/>
                <a:ea typeface="DejaVu Sans"/>
                <a:cs typeface="DejaVu Sans"/>
              </a:defRPr>
            </a:lvl7pPr>
            <a:lvl8pPr>
              <a:defRPr sz="2475" b="1">
                <a:solidFill>
                  <a:srgbClr val="52677C"/>
                </a:solidFill>
                <a:latin typeface="DejaVu Sans"/>
                <a:ea typeface="DejaVu Sans"/>
                <a:cs typeface="DejaVu Sans"/>
              </a:defRPr>
            </a:lvl8pPr>
            <a:lvl9pPr>
              <a:defRPr sz="2475" b="1">
                <a:solidFill>
                  <a:srgbClr val="52677C"/>
                </a:solidFill>
                <a:latin typeface="DejaVu Sans"/>
                <a:ea typeface="DejaVu Sans"/>
                <a:cs typeface="DejaVu Sans"/>
              </a:defRPr>
            </a:lvl9pPr>
          </a:lstStyle>
          <a:p xmlns:a="http://schemas.openxmlformats.org/drawingml/2006/main">
            <a:pPr>
              <a:defRPr sz="2475" b="1">
                <a:solidFill>
                  <a:srgbClr val="52677C"/>
                </a:solidFill>
                <a:latin typeface="DejaVu Sans"/>
                <a:ea typeface="DejaVu Sans"/>
                <a:cs typeface="DejaVu Sans"/>
              </a:defRPr>
            </a:pPr>
            <a:r>
              <a:rPr sz="2475" b="1">
                <a:solidFill>
                  <a:srgbClr val="52677C"/>
                </a:solidFill>
                <a:latin typeface="DejaVu Sans"/>
                <a:ea typeface="DejaVu Sans"/>
                <a:cs typeface="DejaVu Sans"/>
              </a:rPr>
              <a:t>01</a:t>
            </a:r>
          </a:p>
        </p:txBody>
      </p:sp>
      <p:sp>
        <p:nvSpPr>
          <p:cNvPr id="5" name="text-4">
            <a:extLst xmlns:a="http://schemas.openxmlformats.org/drawingml/2006/main">
              <a:ext uri="{FF2B5EF4-FFF2-40B4-BE49-F238E27FC236}">
                <a16:creationId xmlns:a16="http://schemas.microsoft.com/office/drawing/2014/main" id="{C6227084-9CBC-4B16-8BBE-C887F9F5241C}"/>
              </a:ext>
            </a:extLst>
          </p:cNvPr>
          <p:cNvSpPr>
            <a:spLocks xmlns:a="http://schemas.openxmlformats.org/drawingml/2006/main" noGrp="1"/>
          </p:cNvSpPr>
          <p:nvPr/>
        </p:nvSpPr>
        <p:spPr>
          <a:xfrm xmlns:a="http://schemas.openxmlformats.org/drawingml/2006/main">
            <a:off x="1619250" y="2238375"/>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DejaVu Sans"/>
                <a:ea typeface="DejaVu Sans"/>
                <a:cs typeface="DejaVu Sans"/>
              </a:defRPr>
            </a:defPPr>
            <a:lvl1pPr>
              <a:defRPr sz="2175" b="1">
                <a:solidFill>
                  <a:srgbClr val="17324D"/>
                </a:solidFill>
                <a:latin typeface="DejaVu Sans"/>
                <a:ea typeface="DejaVu Sans"/>
                <a:cs typeface="DejaVu Sans"/>
              </a:defRPr>
            </a:lvl1pPr>
            <a:lvl2pPr>
              <a:defRPr sz="2175" b="1">
                <a:solidFill>
                  <a:srgbClr val="17324D"/>
                </a:solidFill>
                <a:latin typeface="DejaVu Sans"/>
                <a:ea typeface="DejaVu Sans"/>
                <a:cs typeface="DejaVu Sans"/>
              </a:defRPr>
            </a:lvl2pPr>
            <a:lvl3pPr>
              <a:defRPr sz="2175" b="1">
                <a:solidFill>
                  <a:srgbClr val="17324D"/>
                </a:solidFill>
                <a:latin typeface="DejaVu Sans"/>
                <a:ea typeface="DejaVu Sans"/>
                <a:cs typeface="DejaVu Sans"/>
              </a:defRPr>
            </a:lvl3pPr>
            <a:lvl4pPr>
              <a:defRPr sz="2175" b="1">
                <a:solidFill>
                  <a:srgbClr val="17324D"/>
                </a:solidFill>
                <a:latin typeface="DejaVu Sans"/>
                <a:ea typeface="DejaVu Sans"/>
                <a:cs typeface="DejaVu Sans"/>
              </a:defRPr>
            </a:lvl4pPr>
            <a:lvl5pPr>
              <a:defRPr sz="2175" b="1">
                <a:solidFill>
                  <a:srgbClr val="17324D"/>
                </a:solidFill>
                <a:latin typeface="DejaVu Sans"/>
                <a:ea typeface="DejaVu Sans"/>
                <a:cs typeface="DejaVu Sans"/>
              </a:defRPr>
            </a:lvl5pPr>
            <a:lvl6pPr>
              <a:defRPr sz="2175" b="1">
                <a:solidFill>
                  <a:srgbClr val="17324D"/>
                </a:solidFill>
                <a:latin typeface="DejaVu Sans"/>
                <a:ea typeface="DejaVu Sans"/>
                <a:cs typeface="DejaVu Sans"/>
              </a:defRPr>
            </a:lvl6pPr>
            <a:lvl7pPr>
              <a:defRPr sz="2175" b="1">
                <a:solidFill>
                  <a:srgbClr val="17324D"/>
                </a:solidFill>
                <a:latin typeface="DejaVu Sans"/>
                <a:ea typeface="DejaVu Sans"/>
                <a:cs typeface="DejaVu Sans"/>
              </a:defRPr>
            </a:lvl7pPr>
            <a:lvl8pPr>
              <a:defRPr sz="2175" b="1">
                <a:solidFill>
                  <a:srgbClr val="17324D"/>
                </a:solidFill>
                <a:latin typeface="DejaVu Sans"/>
                <a:ea typeface="DejaVu Sans"/>
                <a:cs typeface="DejaVu Sans"/>
              </a:defRPr>
            </a:lvl8pPr>
            <a:lvl9pPr>
              <a:defRPr sz="2175" b="1">
                <a:solidFill>
                  <a:srgbClr val="17324D"/>
                </a:solidFill>
                <a:latin typeface="DejaVu Sans"/>
                <a:ea typeface="DejaVu Sans"/>
                <a:cs typeface="DejaVu Sans"/>
              </a:defRPr>
            </a:lvl9pPr>
          </a:lstStyle>
          <a:p xmlns:a="http://schemas.openxmlformats.org/drawingml/2006/main">
            <a:pPr>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Rutas y flota</a:t>
            </a:r>
          </a:p>
        </p:txBody>
      </p:sp>
      <p:sp>
        <p:nvSpPr>
          <p:cNvPr id="6" name="text-5">
            <a:extLst xmlns:a="http://schemas.openxmlformats.org/drawingml/2006/main">
              <a:ext uri="{FF2B5EF4-FFF2-40B4-BE49-F238E27FC236}">
                <a16:creationId xmlns:a16="http://schemas.microsoft.com/office/drawing/2014/main" id="{66C52F8F-04BE-4DF2-BF27-058D600DC3A0}"/>
              </a:ext>
            </a:extLst>
          </p:cNvPr>
          <p:cNvSpPr>
            <a:spLocks xmlns:a="http://schemas.openxmlformats.org/drawingml/2006/main" noGrp="1"/>
          </p:cNvSpPr>
          <p:nvPr/>
        </p:nvSpPr>
        <p:spPr>
          <a:xfrm xmlns:a="http://schemas.openxmlformats.org/drawingml/2006/main">
            <a:off x="1619250" y="2667000"/>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77C"/>
                </a:solidFill>
                <a:latin typeface="DejaVu Sans"/>
                <a:ea typeface="DejaVu Sans"/>
                <a:cs typeface="DejaVu Sans"/>
              </a:defRPr>
            </a:defPPr>
            <a:lvl1pPr>
              <a:defRPr sz="1800" b="0">
                <a:solidFill>
                  <a:srgbClr val="52677C"/>
                </a:solidFill>
                <a:latin typeface="DejaVu Sans"/>
                <a:ea typeface="DejaVu Sans"/>
                <a:cs typeface="DejaVu Sans"/>
              </a:defRPr>
            </a:lvl1pPr>
            <a:lvl2pPr>
              <a:defRPr sz="1800" b="0">
                <a:solidFill>
                  <a:srgbClr val="52677C"/>
                </a:solidFill>
                <a:latin typeface="DejaVu Sans"/>
                <a:ea typeface="DejaVu Sans"/>
                <a:cs typeface="DejaVu Sans"/>
              </a:defRPr>
            </a:lvl2pPr>
            <a:lvl3pPr>
              <a:defRPr sz="1800" b="0">
                <a:solidFill>
                  <a:srgbClr val="52677C"/>
                </a:solidFill>
                <a:latin typeface="DejaVu Sans"/>
                <a:ea typeface="DejaVu Sans"/>
                <a:cs typeface="DejaVu Sans"/>
              </a:defRPr>
            </a:lvl3pPr>
            <a:lvl4pPr>
              <a:defRPr sz="1800" b="0">
                <a:solidFill>
                  <a:srgbClr val="52677C"/>
                </a:solidFill>
                <a:latin typeface="DejaVu Sans"/>
                <a:ea typeface="DejaVu Sans"/>
                <a:cs typeface="DejaVu Sans"/>
              </a:defRPr>
            </a:lvl4pPr>
            <a:lvl5pPr>
              <a:defRPr sz="1800" b="0">
                <a:solidFill>
                  <a:srgbClr val="52677C"/>
                </a:solidFill>
                <a:latin typeface="DejaVu Sans"/>
                <a:ea typeface="DejaVu Sans"/>
                <a:cs typeface="DejaVu Sans"/>
              </a:defRPr>
            </a:lvl5pPr>
            <a:lvl6pPr>
              <a:defRPr sz="1800" b="0">
                <a:solidFill>
                  <a:srgbClr val="52677C"/>
                </a:solidFill>
                <a:latin typeface="DejaVu Sans"/>
                <a:ea typeface="DejaVu Sans"/>
                <a:cs typeface="DejaVu Sans"/>
              </a:defRPr>
            </a:lvl6pPr>
            <a:lvl7pPr>
              <a:defRPr sz="1800" b="0">
                <a:solidFill>
                  <a:srgbClr val="52677C"/>
                </a:solidFill>
                <a:latin typeface="DejaVu Sans"/>
                <a:ea typeface="DejaVu Sans"/>
                <a:cs typeface="DejaVu Sans"/>
              </a:defRPr>
            </a:lvl7pPr>
            <a:lvl8pPr>
              <a:defRPr sz="1800" b="0">
                <a:solidFill>
                  <a:srgbClr val="52677C"/>
                </a:solidFill>
                <a:latin typeface="DejaVu Sans"/>
                <a:ea typeface="DejaVu Sans"/>
                <a:cs typeface="DejaVu Sans"/>
              </a:defRPr>
            </a:lvl8pPr>
            <a:lvl9pPr>
              <a:defRPr sz="1800" b="0">
                <a:solidFill>
                  <a:srgbClr val="52677C"/>
                </a:solidFill>
                <a:latin typeface="DejaVu Sans"/>
                <a:ea typeface="DejaVu Sans"/>
                <a:cs typeface="DejaVu Sans"/>
              </a:defRPr>
            </a:lvl9pPr>
          </a:lstStyle>
          <a:p xmlns:a="http://schemas.openxmlformats.org/drawingml/2006/main">
            <a:pPr>
              <a:defRPr sz="1800" b="0">
                <a:solidFill>
                  <a:srgbClr val="52677C"/>
                </a:solidFill>
                <a:latin typeface="DejaVu Sans"/>
                <a:ea typeface="DejaVu Sans"/>
                <a:cs typeface="DejaVu Sans"/>
              </a:defRPr>
            </a:pPr>
            <a:r>
              <a:rPr sz="1800" b="0">
                <a:solidFill>
                  <a:srgbClr val="52677C"/>
                </a:solidFill>
                <a:latin typeface="DejaVu Sans"/>
                <a:ea typeface="DejaVu Sans"/>
                <a:cs typeface="DejaVu Sans"/>
              </a:rPr>
              <a:t>Líneas, estaciones, buses, parqueos y orden de paradas.</a:t>
            </a:r>
          </a:p>
        </p:txBody>
      </p:sp>
      <p:sp>
        <p:nvSpPr>
          <p:cNvPr id="7" name="text-6">
            <a:extLst xmlns:a="http://schemas.openxmlformats.org/drawingml/2006/main">
              <a:ext uri="{FF2B5EF4-FFF2-40B4-BE49-F238E27FC236}">
                <a16:creationId xmlns:a16="http://schemas.microsoft.com/office/drawing/2014/main" id="{BA7DE90D-DBBF-4B67-8E8E-08B0ADB913A3}"/>
              </a:ext>
            </a:extLst>
          </p:cNvPr>
          <p:cNvSpPr>
            <a:spLocks xmlns:a="http://schemas.openxmlformats.org/drawingml/2006/main" noGrp="1"/>
          </p:cNvSpPr>
          <p:nvPr/>
        </p:nvSpPr>
        <p:spPr>
          <a:xfrm xmlns:a="http://schemas.openxmlformats.org/drawingml/2006/main">
            <a:off x="666750" y="32004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52677C"/>
                </a:solidFill>
                <a:latin typeface="DejaVu Sans"/>
                <a:ea typeface="DejaVu Sans"/>
                <a:cs typeface="DejaVu Sans"/>
              </a:defRPr>
            </a:defPPr>
            <a:lvl1pPr>
              <a:defRPr sz="2475" b="1">
                <a:solidFill>
                  <a:srgbClr val="52677C"/>
                </a:solidFill>
                <a:latin typeface="DejaVu Sans"/>
                <a:ea typeface="DejaVu Sans"/>
                <a:cs typeface="DejaVu Sans"/>
              </a:defRPr>
            </a:lvl1pPr>
            <a:lvl2pPr>
              <a:defRPr sz="2475" b="1">
                <a:solidFill>
                  <a:srgbClr val="52677C"/>
                </a:solidFill>
                <a:latin typeface="DejaVu Sans"/>
                <a:ea typeface="DejaVu Sans"/>
                <a:cs typeface="DejaVu Sans"/>
              </a:defRPr>
            </a:lvl2pPr>
            <a:lvl3pPr>
              <a:defRPr sz="2475" b="1">
                <a:solidFill>
                  <a:srgbClr val="52677C"/>
                </a:solidFill>
                <a:latin typeface="DejaVu Sans"/>
                <a:ea typeface="DejaVu Sans"/>
                <a:cs typeface="DejaVu Sans"/>
              </a:defRPr>
            </a:lvl3pPr>
            <a:lvl4pPr>
              <a:defRPr sz="2475" b="1">
                <a:solidFill>
                  <a:srgbClr val="52677C"/>
                </a:solidFill>
                <a:latin typeface="DejaVu Sans"/>
                <a:ea typeface="DejaVu Sans"/>
                <a:cs typeface="DejaVu Sans"/>
              </a:defRPr>
            </a:lvl4pPr>
            <a:lvl5pPr>
              <a:defRPr sz="2475" b="1">
                <a:solidFill>
                  <a:srgbClr val="52677C"/>
                </a:solidFill>
                <a:latin typeface="DejaVu Sans"/>
                <a:ea typeface="DejaVu Sans"/>
                <a:cs typeface="DejaVu Sans"/>
              </a:defRPr>
            </a:lvl5pPr>
            <a:lvl6pPr>
              <a:defRPr sz="2475" b="1">
                <a:solidFill>
                  <a:srgbClr val="52677C"/>
                </a:solidFill>
                <a:latin typeface="DejaVu Sans"/>
                <a:ea typeface="DejaVu Sans"/>
                <a:cs typeface="DejaVu Sans"/>
              </a:defRPr>
            </a:lvl6pPr>
            <a:lvl7pPr>
              <a:defRPr sz="2475" b="1">
                <a:solidFill>
                  <a:srgbClr val="52677C"/>
                </a:solidFill>
                <a:latin typeface="DejaVu Sans"/>
                <a:ea typeface="DejaVu Sans"/>
                <a:cs typeface="DejaVu Sans"/>
              </a:defRPr>
            </a:lvl7pPr>
            <a:lvl8pPr>
              <a:defRPr sz="2475" b="1">
                <a:solidFill>
                  <a:srgbClr val="52677C"/>
                </a:solidFill>
                <a:latin typeface="DejaVu Sans"/>
                <a:ea typeface="DejaVu Sans"/>
                <a:cs typeface="DejaVu Sans"/>
              </a:defRPr>
            </a:lvl8pPr>
            <a:lvl9pPr>
              <a:defRPr sz="2475" b="1">
                <a:solidFill>
                  <a:srgbClr val="52677C"/>
                </a:solidFill>
                <a:latin typeface="DejaVu Sans"/>
                <a:ea typeface="DejaVu Sans"/>
                <a:cs typeface="DejaVu Sans"/>
              </a:defRPr>
            </a:lvl9pPr>
          </a:lstStyle>
          <a:p xmlns:a="http://schemas.openxmlformats.org/drawingml/2006/main">
            <a:pPr>
              <a:defRPr sz="2475" b="1">
                <a:solidFill>
                  <a:srgbClr val="52677C"/>
                </a:solidFill>
                <a:latin typeface="DejaVu Sans"/>
                <a:ea typeface="DejaVu Sans"/>
                <a:cs typeface="DejaVu Sans"/>
              </a:defRPr>
            </a:pPr>
            <a:r>
              <a:rPr sz="2475" b="1">
                <a:solidFill>
                  <a:srgbClr val="52677C"/>
                </a:solidFill>
                <a:latin typeface="DejaVu Sans"/>
                <a:ea typeface="DejaVu Sans"/>
                <a:cs typeface="DejaVu Sans"/>
              </a:rPr>
              <a:t>02</a:t>
            </a:r>
          </a:p>
        </p:txBody>
      </p:sp>
      <p:sp>
        <p:nvSpPr>
          <p:cNvPr id="8" name="text-7">
            <a:extLst xmlns:a="http://schemas.openxmlformats.org/drawingml/2006/main">
              <a:ext uri="{FF2B5EF4-FFF2-40B4-BE49-F238E27FC236}">
                <a16:creationId xmlns:a16="http://schemas.microsoft.com/office/drawing/2014/main" id="{9887A64B-DB25-4D4F-9FDF-440FE6EB22AA}"/>
              </a:ext>
            </a:extLst>
          </p:cNvPr>
          <p:cNvSpPr>
            <a:spLocks xmlns:a="http://schemas.openxmlformats.org/drawingml/2006/main" noGrp="1"/>
          </p:cNvSpPr>
          <p:nvPr/>
        </p:nvSpPr>
        <p:spPr>
          <a:xfrm xmlns:a="http://schemas.openxmlformats.org/drawingml/2006/main">
            <a:off x="1619250" y="32004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DejaVu Sans"/>
                <a:ea typeface="DejaVu Sans"/>
                <a:cs typeface="DejaVu Sans"/>
              </a:defRPr>
            </a:defPPr>
            <a:lvl1pPr>
              <a:defRPr sz="2175" b="1">
                <a:solidFill>
                  <a:srgbClr val="17324D"/>
                </a:solidFill>
                <a:latin typeface="DejaVu Sans"/>
                <a:ea typeface="DejaVu Sans"/>
                <a:cs typeface="DejaVu Sans"/>
              </a:defRPr>
            </a:lvl1pPr>
            <a:lvl2pPr>
              <a:defRPr sz="2175" b="1">
                <a:solidFill>
                  <a:srgbClr val="17324D"/>
                </a:solidFill>
                <a:latin typeface="DejaVu Sans"/>
                <a:ea typeface="DejaVu Sans"/>
                <a:cs typeface="DejaVu Sans"/>
              </a:defRPr>
            </a:lvl2pPr>
            <a:lvl3pPr>
              <a:defRPr sz="2175" b="1">
                <a:solidFill>
                  <a:srgbClr val="17324D"/>
                </a:solidFill>
                <a:latin typeface="DejaVu Sans"/>
                <a:ea typeface="DejaVu Sans"/>
                <a:cs typeface="DejaVu Sans"/>
              </a:defRPr>
            </a:lvl3pPr>
            <a:lvl4pPr>
              <a:defRPr sz="2175" b="1">
                <a:solidFill>
                  <a:srgbClr val="17324D"/>
                </a:solidFill>
                <a:latin typeface="DejaVu Sans"/>
                <a:ea typeface="DejaVu Sans"/>
                <a:cs typeface="DejaVu Sans"/>
              </a:defRPr>
            </a:lvl4pPr>
            <a:lvl5pPr>
              <a:defRPr sz="2175" b="1">
                <a:solidFill>
                  <a:srgbClr val="17324D"/>
                </a:solidFill>
                <a:latin typeface="DejaVu Sans"/>
                <a:ea typeface="DejaVu Sans"/>
                <a:cs typeface="DejaVu Sans"/>
              </a:defRPr>
            </a:lvl5pPr>
            <a:lvl6pPr>
              <a:defRPr sz="2175" b="1">
                <a:solidFill>
                  <a:srgbClr val="17324D"/>
                </a:solidFill>
                <a:latin typeface="DejaVu Sans"/>
                <a:ea typeface="DejaVu Sans"/>
                <a:cs typeface="DejaVu Sans"/>
              </a:defRPr>
            </a:lvl6pPr>
            <a:lvl7pPr>
              <a:defRPr sz="2175" b="1">
                <a:solidFill>
                  <a:srgbClr val="17324D"/>
                </a:solidFill>
                <a:latin typeface="DejaVu Sans"/>
                <a:ea typeface="DejaVu Sans"/>
                <a:cs typeface="DejaVu Sans"/>
              </a:defRPr>
            </a:lvl7pPr>
            <a:lvl8pPr>
              <a:defRPr sz="2175" b="1">
                <a:solidFill>
                  <a:srgbClr val="17324D"/>
                </a:solidFill>
                <a:latin typeface="DejaVu Sans"/>
                <a:ea typeface="DejaVu Sans"/>
                <a:cs typeface="DejaVu Sans"/>
              </a:defRPr>
            </a:lvl8pPr>
            <a:lvl9pPr>
              <a:defRPr sz="2175" b="1">
                <a:solidFill>
                  <a:srgbClr val="17324D"/>
                </a:solidFill>
                <a:latin typeface="DejaVu Sans"/>
                <a:ea typeface="DejaVu Sans"/>
                <a:cs typeface="DejaVu Sans"/>
              </a:defRPr>
            </a:lvl9pPr>
          </a:lstStyle>
          <a:p xmlns:a="http://schemas.openxmlformats.org/drawingml/2006/main">
            <a:pPr>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Personal y accesos</a:t>
            </a:r>
          </a:p>
        </p:txBody>
      </p:sp>
      <p:sp>
        <p:nvSpPr>
          <p:cNvPr id="9" name="text-8">
            <a:extLst xmlns:a="http://schemas.openxmlformats.org/drawingml/2006/main">
              <a:ext uri="{FF2B5EF4-FFF2-40B4-BE49-F238E27FC236}">
                <a16:creationId xmlns:a16="http://schemas.microsoft.com/office/drawing/2014/main" id="{88638436-6661-413D-9F05-C21D538ACABE}"/>
              </a:ext>
            </a:extLst>
          </p:cNvPr>
          <p:cNvSpPr>
            <a:spLocks xmlns:a="http://schemas.openxmlformats.org/drawingml/2006/main" noGrp="1"/>
          </p:cNvSpPr>
          <p:nvPr/>
        </p:nvSpPr>
        <p:spPr>
          <a:xfrm xmlns:a="http://schemas.openxmlformats.org/drawingml/2006/main">
            <a:off x="1619250" y="3629025"/>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77C"/>
                </a:solidFill>
                <a:latin typeface="DejaVu Sans"/>
                <a:ea typeface="DejaVu Sans"/>
                <a:cs typeface="DejaVu Sans"/>
              </a:defRPr>
            </a:defPPr>
            <a:lvl1pPr>
              <a:defRPr sz="1800" b="0">
                <a:solidFill>
                  <a:srgbClr val="52677C"/>
                </a:solidFill>
                <a:latin typeface="DejaVu Sans"/>
                <a:ea typeface="DejaVu Sans"/>
                <a:cs typeface="DejaVu Sans"/>
              </a:defRPr>
            </a:lvl1pPr>
            <a:lvl2pPr>
              <a:defRPr sz="1800" b="0">
                <a:solidFill>
                  <a:srgbClr val="52677C"/>
                </a:solidFill>
                <a:latin typeface="DejaVu Sans"/>
                <a:ea typeface="DejaVu Sans"/>
                <a:cs typeface="DejaVu Sans"/>
              </a:defRPr>
            </a:lvl2pPr>
            <a:lvl3pPr>
              <a:defRPr sz="1800" b="0">
                <a:solidFill>
                  <a:srgbClr val="52677C"/>
                </a:solidFill>
                <a:latin typeface="DejaVu Sans"/>
                <a:ea typeface="DejaVu Sans"/>
                <a:cs typeface="DejaVu Sans"/>
              </a:defRPr>
            </a:lvl3pPr>
            <a:lvl4pPr>
              <a:defRPr sz="1800" b="0">
                <a:solidFill>
                  <a:srgbClr val="52677C"/>
                </a:solidFill>
                <a:latin typeface="DejaVu Sans"/>
                <a:ea typeface="DejaVu Sans"/>
                <a:cs typeface="DejaVu Sans"/>
              </a:defRPr>
            </a:lvl4pPr>
            <a:lvl5pPr>
              <a:defRPr sz="1800" b="0">
                <a:solidFill>
                  <a:srgbClr val="52677C"/>
                </a:solidFill>
                <a:latin typeface="DejaVu Sans"/>
                <a:ea typeface="DejaVu Sans"/>
                <a:cs typeface="DejaVu Sans"/>
              </a:defRPr>
            </a:lvl5pPr>
            <a:lvl6pPr>
              <a:defRPr sz="1800" b="0">
                <a:solidFill>
                  <a:srgbClr val="52677C"/>
                </a:solidFill>
                <a:latin typeface="DejaVu Sans"/>
                <a:ea typeface="DejaVu Sans"/>
                <a:cs typeface="DejaVu Sans"/>
              </a:defRPr>
            </a:lvl6pPr>
            <a:lvl7pPr>
              <a:defRPr sz="1800" b="0">
                <a:solidFill>
                  <a:srgbClr val="52677C"/>
                </a:solidFill>
                <a:latin typeface="DejaVu Sans"/>
                <a:ea typeface="DejaVu Sans"/>
                <a:cs typeface="DejaVu Sans"/>
              </a:defRPr>
            </a:lvl7pPr>
            <a:lvl8pPr>
              <a:defRPr sz="1800" b="0">
                <a:solidFill>
                  <a:srgbClr val="52677C"/>
                </a:solidFill>
                <a:latin typeface="DejaVu Sans"/>
                <a:ea typeface="DejaVu Sans"/>
                <a:cs typeface="DejaVu Sans"/>
              </a:defRPr>
            </a:lvl8pPr>
            <a:lvl9pPr>
              <a:defRPr sz="1800" b="0">
                <a:solidFill>
                  <a:srgbClr val="52677C"/>
                </a:solidFill>
                <a:latin typeface="DejaVu Sans"/>
                <a:ea typeface="DejaVu Sans"/>
                <a:cs typeface="DejaVu Sans"/>
              </a:defRPr>
            </a:lvl9pPr>
          </a:lstStyle>
          <a:p xmlns:a="http://schemas.openxmlformats.org/drawingml/2006/main">
            <a:pPr>
              <a:defRPr sz="1800" b="0">
                <a:solidFill>
                  <a:srgbClr val="52677C"/>
                </a:solidFill>
                <a:latin typeface="DejaVu Sans"/>
                <a:ea typeface="DejaVu Sans"/>
                <a:cs typeface="DejaVu Sans"/>
              </a:defRPr>
            </a:pPr>
            <a:r>
              <a:rPr sz="1800" b="0">
                <a:solidFill>
                  <a:srgbClr val="52677C"/>
                </a:solidFill>
                <a:latin typeface="DejaVu Sans"/>
                <a:ea typeface="DejaVu Sans"/>
                <a:cs typeface="DejaVu Sans"/>
              </a:rPr>
              <a:t>Pilotos, operadores, guardias, entradas y turnos.</a:t>
            </a:r>
          </a:p>
        </p:txBody>
      </p:sp>
      <p:sp>
        <p:nvSpPr>
          <p:cNvPr id="10" name="text-9">
            <a:extLst xmlns:a="http://schemas.openxmlformats.org/drawingml/2006/main">
              <a:ext uri="{FF2B5EF4-FFF2-40B4-BE49-F238E27FC236}">
                <a16:creationId xmlns:a16="http://schemas.microsoft.com/office/drawing/2014/main" id="{2250051B-B534-4B2C-84F8-0DF2AEAA8D72}"/>
              </a:ext>
            </a:extLst>
          </p:cNvPr>
          <p:cNvSpPr>
            <a:spLocks xmlns:a="http://schemas.openxmlformats.org/drawingml/2006/main" noGrp="1"/>
          </p:cNvSpPr>
          <p:nvPr/>
        </p:nvSpPr>
        <p:spPr>
          <a:xfrm xmlns:a="http://schemas.openxmlformats.org/drawingml/2006/main">
            <a:off x="666750" y="416242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52677C"/>
                </a:solidFill>
                <a:latin typeface="DejaVu Sans"/>
                <a:ea typeface="DejaVu Sans"/>
                <a:cs typeface="DejaVu Sans"/>
              </a:defRPr>
            </a:defPPr>
            <a:lvl1pPr>
              <a:defRPr sz="2475" b="1">
                <a:solidFill>
                  <a:srgbClr val="52677C"/>
                </a:solidFill>
                <a:latin typeface="DejaVu Sans"/>
                <a:ea typeface="DejaVu Sans"/>
                <a:cs typeface="DejaVu Sans"/>
              </a:defRPr>
            </a:lvl1pPr>
            <a:lvl2pPr>
              <a:defRPr sz="2475" b="1">
                <a:solidFill>
                  <a:srgbClr val="52677C"/>
                </a:solidFill>
                <a:latin typeface="DejaVu Sans"/>
                <a:ea typeface="DejaVu Sans"/>
                <a:cs typeface="DejaVu Sans"/>
              </a:defRPr>
            </a:lvl2pPr>
            <a:lvl3pPr>
              <a:defRPr sz="2475" b="1">
                <a:solidFill>
                  <a:srgbClr val="52677C"/>
                </a:solidFill>
                <a:latin typeface="DejaVu Sans"/>
                <a:ea typeface="DejaVu Sans"/>
                <a:cs typeface="DejaVu Sans"/>
              </a:defRPr>
            </a:lvl3pPr>
            <a:lvl4pPr>
              <a:defRPr sz="2475" b="1">
                <a:solidFill>
                  <a:srgbClr val="52677C"/>
                </a:solidFill>
                <a:latin typeface="DejaVu Sans"/>
                <a:ea typeface="DejaVu Sans"/>
                <a:cs typeface="DejaVu Sans"/>
              </a:defRPr>
            </a:lvl4pPr>
            <a:lvl5pPr>
              <a:defRPr sz="2475" b="1">
                <a:solidFill>
                  <a:srgbClr val="52677C"/>
                </a:solidFill>
                <a:latin typeface="DejaVu Sans"/>
                <a:ea typeface="DejaVu Sans"/>
                <a:cs typeface="DejaVu Sans"/>
              </a:defRPr>
            </a:lvl5pPr>
            <a:lvl6pPr>
              <a:defRPr sz="2475" b="1">
                <a:solidFill>
                  <a:srgbClr val="52677C"/>
                </a:solidFill>
                <a:latin typeface="DejaVu Sans"/>
                <a:ea typeface="DejaVu Sans"/>
                <a:cs typeface="DejaVu Sans"/>
              </a:defRPr>
            </a:lvl6pPr>
            <a:lvl7pPr>
              <a:defRPr sz="2475" b="1">
                <a:solidFill>
                  <a:srgbClr val="52677C"/>
                </a:solidFill>
                <a:latin typeface="DejaVu Sans"/>
                <a:ea typeface="DejaVu Sans"/>
                <a:cs typeface="DejaVu Sans"/>
              </a:defRPr>
            </a:lvl7pPr>
            <a:lvl8pPr>
              <a:defRPr sz="2475" b="1">
                <a:solidFill>
                  <a:srgbClr val="52677C"/>
                </a:solidFill>
                <a:latin typeface="DejaVu Sans"/>
                <a:ea typeface="DejaVu Sans"/>
                <a:cs typeface="DejaVu Sans"/>
              </a:defRPr>
            </a:lvl8pPr>
            <a:lvl9pPr>
              <a:defRPr sz="2475" b="1">
                <a:solidFill>
                  <a:srgbClr val="52677C"/>
                </a:solidFill>
                <a:latin typeface="DejaVu Sans"/>
                <a:ea typeface="DejaVu Sans"/>
                <a:cs typeface="DejaVu Sans"/>
              </a:defRPr>
            </a:lvl9pPr>
          </a:lstStyle>
          <a:p xmlns:a="http://schemas.openxmlformats.org/drawingml/2006/main">
            <a:pPr>
              <a:defRPr sz="2475" b="1">
                <a:solidFill>
                  <a:srgbClr val="52677C"/>
                </a:solidFill>
                <a:latin typeface="DejaVu Sans"/>
                <a:ea typeface="DejaVu Sans"/>
                <a:cs typeface="DejaVu Sans"/>
              </a:defRPr>
            </a:pPr>
            <a:r>
              <a:rPr sz="2475" b="1">
                <a:solidFill>
                  <a:srgbClr val="52677C"/>
                </a:solidFill>
                <a:latin typeface="DejaVu Sans"/>
                <a:ea typeface="DejaVu Sans"/>
                <a:cs typeface="DejaVu Sans"/>
              </a:rPr>
              <a:t>03</a:t>
            </a:r>
          </a:p>
        </p:txBody>
      </p:sp>
      <p:sp>
        <p:nvSpPr>
          <p:cNvPr id="11" name="text-10">
            <a:extLst xmlns:a="http://schemas.openxmlformats.org/drawingml/2006/main">
              <a:ext uri="{FF2B5EF4-FFF2-40B4-BE49-F238E27FC236}">
                <a16:creationId xmlns:a16="http://schemas.microsoft.com/office/drawing/2014/main" id="{77EDADA9-B70E-46FB-A2A0-032F59D1623C}"/>
              </a:ext>
            </a:extLst>
          </p:cNvPr>
          <p:cNvSpPr>
            <a:spLocks xmlns:a="http://schemas.openxmlformats.org/drawingml/2006/main" noGrp="1"/>
          </p:cNvSpPr>
          <p:nvPr/>
        </p:nvSpPr>
        <p:spPr>
          <a:xfrm xmlns:a="http://schemas.openxmlformats.org/drawingml/2006/main">
            <a:off x="1619250" y="4162425"/>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DejaVu Sans"/>
                <a:ea typeface="DejaVu Sans"/>
                <a:cs typeface="DejaVu Sans"/>
              </a:defRPr>
            </a:defPPr>
            <a:lvl1pPr>
              <a:defRPr sz="2175" b="1">
                <a:solidFill>
                  <a:srgbClr val="17324D"/>
                </a:solidFill>
                <a:latin typeface="DejaVu Sans"/>
                <a:ea typeface="DejaVu Sans"/>
                <a:cs typeface="DejaVu Sans"/>
              </a:defRPr>
            </a:lvl1pPr>
            <a:lvl2pPr>
              <a:defRPr sz="2175" b="1">
                <a:solidFill>
                  <a:srgbClr val="17324D"/>
                </a:solidFill>
                <a:latin typeface="DejaVu Sans"/>
                <a:ea typeface="DejaVu Sans"/>
                <a:cs typeface="DejaVu Sans"/>
              </a:defRPr>
            </a:lvl2pPr>
            <a:lvl3pPr>
              <a:defRPr sz="2175" b="1">
                <a:solidFill>
                  <a:srgbClr val="17324D"/>
                </a:solidFill>
                <a:latin typeface="DejaVu Sans"/>
                <a:ea typeface="DejaVu Sans"/>
                <a:cs typeface="DejaVu Sans"/>
              </a:defRPr>
            </a:lvl3pPr>
            <a:lvl4pPr>
              <a:defRPr sz="2175" b="1">
                <a:solidFill>
                  <a:srgbClr val="17324D"/>
                </a:solidFill>
                <a:latin typeface="DejaVu Sans"/>
                <a:ea typeface="DejaVu Sans"/>
                <a:cs typeface="DejaVu Sans"/>
              </a:defRPr>
            </a:lvl4pPr>
            <a:lvl5pPr>
              <a:defRPr sz="2175" b="1">
                <a:solidFill>
                  <a:srgbClr val="17324D"/>
                </a:solidFill>
                <a:latin typeface="DejaVu Sans"/>
                <a:ea typeface="DejaVu Sans"/>
                <a:cs typeface="DejaVu Sans"/>
              </a:defRPr>
            </a:lvl5pPr>
            <a:lvl6pPr>
              <a:defRPr sz="2175" b="1">
                <a:solidFill>
                  <a:srgbClr val="17324D"/>
                </a:solidFill>
                <a:latin typeface="DejaVu Sans"/>
                <a:ea typeface="DejaVu Sans"/>
                <a:cs typeface="DejaVu Sans"/>
              </a:defRPr>
            </a:lvl6pPr>
            <a:lvl7pPr>
              <a:defRPr sz="2175" b="1">
                <a:solidFill>
                  <a:srgbClr val="17324D"/>
                </a:solidFill>
                <a:latin typeface="DejaVu Sans"/>
                <a:ea typeface="DejaVu Sans"/>
                <a:cs typeface="DejaVu Sans"/>
              </a:defRPr>
            </a:lvl7pPr>
            <a:lvl8pPr>
              <a:defRPr sz="2175" b="1">
                <a:solidFill>
                  <a:srgbClr val="17324D"/>
                </a:solidFill>
                <a:latin typeface="DejaVu Sans"/>
                <a:ea typeface="DejaVu Sans"/>
                <a:cs typeface="DejaVu Sans"/>
              </a:defRPr>
            </a:lvl8pPr>
            <a:lvl9pPr>
              <a:defRPr sz="2175" b="1">
                <a:solidFill>
                  <a:srgbClr val="17324D"/>
                </a:solidFill>
                <a:latin typeface="DejaVu Sans"/>
                <a:ea typeface="DejaVu Sans"/>
                <a:cs typeface="DejaVu Sans"/>
              </a:defRPr>
            </a:lvl9pPr>
          </a:lstStyle>
          <a:p xmlns:a="http://schemas.openxmlformats.org/drawingml/2006/main">
            <a:pPr>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Operación y recorridos</a:t>
            </a:r>
          </a:p>
        </p:txBody>
      </p:sp>
      <p:sp>
        <p:nvSpPr>
          <p:cNvPr id="12" name="text-11">
            <a:extLst xmlns:a="http://schemas.openxmlformats.org/drawingml/2006/main">
              <a:ext uri="{FF2B5EF4-FFF2-40B4-BE49-F238E27FC236}">
                <a16:creationId xmlns:a16="http://schemas.microsoft.com/office/drawing/2014/main" id="{C20C8EF1-3AC3-4471-A1EA-73B2CA2A4B04}"/>
              </a:ext>
            </a:extLst>
          </p:cNvPr>
          <p:cNvSpPr>
            <a:spLocks xmlns:a="http://schemas.openxmlformats.org/drawingml/2006/main" noGrp="1"/>
          </p:cNvSpPr>
          <p:nvPr/>
        </p:nvSpPr>
        <p:spPr>
          <a:xfrm xmlns:a="http://schemas.openxmlformats.org/drawingml/2006/main">
            <a:off x="1619250" y="4591050"/>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77C"/>
                </a:solidFill>
                <a:latin typeface="DejaVu Sans"/>
                <a:ea typeface="DejaVu Sans"/>
                <a:cs typeface="DejaVu Sans"/>
              </a:defRPr>
            </a:defPPr>
            <a:lvl1pPr>
              <a:defRPr sz="1800" b="0">
                <a:solidFill>
                  <a:srgbClr val="52677C"/>
                </a:solidFill>
                <a:latin typeface="DejaVu Sans"/>
                <a:ea typeface="DejaVu Sans"/>
                <a:cs typeface="DejaVu Sans"/>
              </a:defRPr>
            </a:lvl1pPr>
            <a:lvl2pPr>
              <a:defRPr sz="1800" b="0">
                <a:solidFill>
                  <a:srgbClr val="52677C"/>
                </a:solidFill>
                <a:latin typeface="DejaVu Sans"/>
                <a:ea typeface="DejaVu Sans"/>
                <a:cs typeface="DejaVu Sans"/>
              </a:defRPr>
            </a:lvl2pPr>
            <a:lvl3pPr>
              <a:defRPr sz="1800" b="0">
                <a:solidFill>
                  <a:srgbClr val="52677C"/>
                </a:solidFill>
                <a:latin typeface="DejaVu Sans"/>
                <a:ea typeface="DejaVu Sans"/>
                <a:cs typeface="DejaVu Sans"/>
              </a:defRPr>
            </a:lvl3pPr>
            <a:lvl4pPr>
              <a:defRPr sz="1800" b="0">
                <a:solidFill>
                  <a:srgbClr val="52677C"/>
                </a:solidFill>
                <a:latin typeface="DejaVu Sans"/>
                <a:ea typeface="DejaVu Sans"/>
                <a:cs typeface="DejaVu Sans"/>
              </a:defRPr>
            </a:lvl4pPr>
            <a:lvl5pPr>
              <a:defRPr sz="1800" b="0">
                <a:solidFill>
                  <a:srgbClr val="52677C"/>
                </a:solidFill>
                <a:latin typeface="DejaVu Sans"/>
                <a:ea typeface="DejaVu Sans"/>
                <a:cs typeface="DejaVu Sans"/>
              </a:defRPr>
            </a:lvl5pPr>
            <a:lvl6pPr>
              <a:defRPr sz="1800" b="0">
                <a:solidFill>
                  <a:srgbClr val="52677C"/>
                </a:solidFill>
                <a:latin typeface="DejaVu Sans"/>
                <a:ea typeface="DejaVu Sans"/>
                <a:cs typeface="DejaVu Sans"/>
              </a:defRPr>
            </a:lvl6pPr>
            <a:lvl7pPr>
              <a:defRPr sz="1800" b="0">
                <a:solidFill>
                  <a:srgbClr val="52677C"/>
                </a:solidFill>
                <a:latin typeface="DejaVu Sans"/>
                <a:ea typeface="DejaVu Sans"/>
                <a:cs typeface="DejaVu Sans"/>
              </a:defRPr>
            </a:lvl7pPr>
            <a:lvl8pPr>
              <a:defRPr sz="1800" b="0">
                <a:solidFill>
                  <a:srgbClr val="52677C"/>
                </a:solidFill>
                <a:latin typeface="DejaVu Sans"/>
                <a:ea typeface="DejaVu Sans"/>
                <a:cs typeface="DejaVu Sans"/>
              </a:defRPr>
            </a:lvl8pPr>
            <a:lvl9pPr>
              <a:defRPr sz="1800" b="0">
                <a:solidFill>
                  <a:srgbClr val="52677C"/>
                </a:solidFill>
                <a:latin typeface="DejaVu Sans"/>
                <a:ea typeface="DejaVu Sans"/>
                <a:cs typeface="DejaVu Sans"/>
              </a:defRPr>
            </a:lvl9pPr>
          </a:lstStyle>
          <a:p xmlns:a="http://schemas.openxmlformats.org/drawingml/2006/main">
            <a:pPr>
              <a:defRPr sz="1800" b="0">
                <a:solidFill>
                  <a:srgbClr val="52677C"/>
                </a:solidFill>
                <a:latin typeface="DejaVu Sans"/>
                <a:ea typeface="DejaVu Sans"/>
                <a:cs typeface="DejaVu Sans"/>
              </a:defRPr>
            </a:pPr>
            <a:r>
              <a:rPr sz="1800" b="0">
                <a:solidFill>
                  <a:srgbClr val="52677C"/>
                </a:solidFill>
                <a:latin typeface="DejaVu Sans"/>
                <a:ea typeface="DejaVu Sans"/>
                <a:cs typeface="DejaVu Sans"/>
              </a:rPr>
              <a:t>Asignación de piloto, viajes, llegadas, conteos y salidas.</a:t>
            </a:r>
          </a:p>
        </p:txBody>
      </p:sp>
      <p:sp>
        <p:nvSpPr>
          <p:cNvPr id="13" name="text-12">
            <a:extLst xmlns:a="http://schemas.openxmlformats.org/drawingml/2006/main">
              <a:ext uri="{FF2B5EF4-FFF2-40B4-BE49-F238E27FC236}">
                <a16:creationId xmlns:a16="http://schemas.microsoft.com/office/drawing/2014/main" id="{BC280349-0BA3-43BD-AAA1-C979F8F676DC}"/>
              </a:ext>
            </a:extLst>
          </p:cNvPr>
          <p:cNvSpPr>
            <a:spLocks xmlns:a="http://schemas.openxmlformats.org/drawingml/2006/main" noGrp="1"/>
          </p:cNvSpPr>
          <p:nvPr/>
        </p:nvSpPr>
        <p:spPr>
          <a:xfrm xmlns:a="http://schemas.openxmlformats.org/drawingml/2006/main">
            <a:off x="666750" y="512445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52677C"/>
                </a:solidFill>
                <a:latin typeface="DejaVu Sans"/>
                <a:ea typeface="DejaVu Sans"/>
                <a:cs typeface="DejaVu Sans"/>
              </a:defRPr>
            </a:defPPr>
            <a:lvl1pPr>
              <a:defRPr sz="2475" b="1">
                <a:solidFill>
                  <a:srgbClr val="52677C"/>
                </a:solidFill>
                <a:latin typeface="DejaVu Sans"/>
                <a:ea typeface="DejaVu Sans"/>
                <a:cs typeface="DejaVu Sans"/>
              </a:defRPr>
            </a:lvl1pPr>
            <a:lvl2pPr>
              <a:defRPr sz="2475" b="1">
                <a:solidFill>
                  <a:srgbClr val="52677C"/>
                </a:solidFill>
                <a:latin typeface="DejaVu Sans"/>
                <a:ea typeface="DejaVu Sans"/>
                <a:cs typeface="DejaVu Sans"/>
              </a:defRPr>
            </a:lvl2pPr>
            <a:lvl3pPr>
              <a:defRPr sz="2475" b="1">
                <a:solidFill>
                  <a:srgbClr val="52677C"/>
                </a:solidFill>
                <a:latin typeface="DejaVu Sans"/>
                <a:ea typeface="DejaVu Sans"/>
                <a:cs typeface="DejaVu Sans"/>
              </a:defRPr>
            </a:lvl3pPr>
            <a:lvl4pPr>
              <a:defRPr sz="2475" b="1">
                <a:solidFill>
                  <a:srgbClr val="52677C"/>
                </a:solidFill>
                <a:latin typeface="DejaVu Sans"/>
                <a:ea typeface="DejaVu Sans"/>
                <a:cs typeface="DejaVu Sans"/>
              </a:defRPr>
            </a:lvl4pPr>
            <a:lvl5pPr>
              <a:defRPr sz="2475" b="1">
                <a:solidFill>
                  <a:srgbClr val="52677C"/>
                </a:solidFill>
                <a:latin typeface="DejaVu Sans"/>
                <a:ea typeface="DejaVu Sans"/>
                <a:cs typeface="DejaVu Sans"/>
              </a:defRPr>
            </a:lvl5pPr>
            <a:lvl6pPr>
              <a:defRPr sz="2475" b="1">
                <a:solidFill>
                  <a:srgbClr val="52677C"/>
                </a:solidFill>
                <a:latin typeface="DejaVu Sans"/>
                <a:ea typeface="DejaVu Sans"/>
                <a:cs typeface="DejaVu Sans"/>
              </a:defRPr>
            </a:lvl6pPr>
            <a:lvl7pPr>
              <a:defRPr sz="2475" b="1">
                <a:solidFill>
                  <a:srgbClr val="52677C"/>
                </a:solidFill>
                <a:latin typeface="DejaVu Sans"/>
                <a:ea typeface="DejaVu Sans"/>
                <a:cs typeface="DejaVu Sans"/>
              </a:defRPr>
            </a:lvl7pPr>
            <a:lvl8pPr>
              <a:defRPr sz="2475" b="1">
                <a:solidFill>
                  <a:srgbClr val="52677C"/>
                </a:solidFill>
                <a:latin typeface="DejaVu Sans"/>
                <a:ea typeface="DejaVu Sans"/>
                <a:cs typeface="DejaVu Sans"/>
              </a:defRPr>
            </a:lvl8pPr>
            <a:lvl9pPr>
              <a:defRPr sz="2475" b="1">
                <a:solidFill>
                  <a:srgbClr val="52677C"/>
                </a:solidFill>
                <a:latin typeface="DejaVu Sans"/>
                <a:ea typeface="DejaVu Sans"/>
                <a:cs typeface="DejaVu Sans"/>
              </a:defRPr>
            </a:lvl9pPr>
          </a:lstStyle>
          <a:p xmlns:a="http://schemas.openxmlformats.org/drawingml/2006/main">
            <a:pPr>
              <a:defRPr sz="2475" b="1">
                <a:solidFill>
                  <a:srgbClr val="52677C"/>
                </a:solidFill>
                <a:latin typeface="DejaVu Sans"/>
                <a:ea typeface="DejaVu Sans"/>
                <a:cs typeface="DejaVu Sans"/>
              </a:defRPr>
            </a:pPr>
            <a:r>
              <a:rPr sz="2475" b="1">
                <a:solidFill>
                  <a:srgbClr val="52677C"/>
                </a:solidFill>
                <a:latin typeface="DejaVu Sans"/>
                <a:ea typeface="DejaVu Sans"/>
                <a:cs typeface="DejaVu Sans"/>
              </a:rPr>
              <a:t>04</a:t>
            </a:r>
          </a:p>
        </p:txBody>
      </p:sp>
      <p:sp>
        <p:nvSpPr>
          <p:cNvPr id="14" name="text-13">
            <a:extLst xmlns:a="http://schemas.openxmlformats.org/drawingml/2006/main">
              <a:ext uri="{FF2B5EF4-FFF2-40B4-BE49-F238E27FC236}">
                <a16:creationId xmlns:a16="http://schemas.microsoft.com/office/drawing/2014/main" id="{0F677E0C-1BF6-4268-8DB4-6C8D38830B17}"/>
              </a:ext>
            </a:extLst>
          </p:cNvPr>
          <p:cNvSpPr>
            <a:spLocks xmlns:a="http://schemas.openxmlformats.org/drawingml/2006/main" noGrp="1"/>
          </p:cNvSpPr>
          <p:nvPr/>
        </p:nvSpPr>
        <p:spPr>
          <a:xfrm xmlns:a="http://schemas.openxmlformats.org/drawingml/2006/main">
            <a:off x="1619250" y="512445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DejaVu Sans"/>
                <a:ea typeface="DejaVu Sans"/>
                <a:cs typeface="DejaVu Sans"/>
              </a:defRPr>
            </a:defPPr>
            <a:lvl1pPr>
              <a:defRPr sz="2175" b="1">
                <a:solidFill>
                  <a:srgbClr val="17324D"/>
                </a:solidFill>
                <a:latin typeface="DejaVu Sans"/>
                <a:ea typeface="DejaVu Sans"/>
                <a:cs typeface="DejaVu Sans"/>
              </a:defRPr>
            </a:lvl1pPr>
            <a:lvl2pPr>
              <a:defRPr sz="2175" b="1">
                <a:solidFill>
                  <a:srgbClr val="17324D"/>
                </a:solidFill>
                <a:latin typeface="DejaVu Sans"/>
                <a:ea typeface="DejaVu Sans"/>
                <a:cs typeface="DejaVu Sans"/>
              </a:defRPr>
            </a:lvl2pPr>
            <a:lvl3pPr>
              <a:defRPr sz="2175" b="1">
                <a:solidFill>
                  <a:srgbClr val="17324D"/>
                </a:solidFill>
                <a:latin typeface="DejaVu Sans"/>
                <a:ea typeface="DejaVu Sans"/>
                <a:cs typeface="DejaVu Sans"/>
              </a:defRPr>
            </a:lvl3pPr>
            <a:lvl4pPr>
              <a:defRPr sz="2175" b="1">
                <a:solidFill>
                  <a:srgbClr val="17324D"/>
                </a:solidFill>
                <a:latin typeface="DejaVu Sans"/>
                <a:ea typeface="DejaVu Sans"/>
                <a:cs typeface="DejaVu Sans"/>
              </a:defRPr>
            </a:lvl4pPr>
            <a:lvl5pPr>
              <a:defRPr sz="2175" b="1">
                <a:solidFill>
                  <a:srgbClr val="17324D"/>
                </a:solidFill>
                <a:latin typeface="DejaVu Sans"/>
                <a:ea typeface="DejaVu Sans"/>
                <a:cs typeface="DejaVu Sans"/>
              </a:defRPr>
            </a:lvl5pPr>
            <a:lvl6pPr>
              <a:defRPr sz="2175" b="1">
                <a:solidFill>
                  <a:srgbClr val="17324D"/>
                </a:solidFill>
                <a:latin typeface="DejaVu Sans"/>
                <a:ea typeface="DejaVu Sans"/>
                <a:cs typeface="DejaVu Sans"/>
              </a:defRPr>
            </a:lvl6pPr>
            <a:lvl7pPr>
              <a:defRPr sz="2175" b="1">
                <a:solidFill>
                  <a:srgbClr val="17324D"/>
                </a:solidFill>
                <a:latin typeface="DejaVu Sans"/>
                <a:ea typeface="DejaVu Sans"/>
                <a:cs typeface="DejaVu Sans"/>
              </a:defRPr>
            </a:lvl7pPr>
            <a:lvl8pPr>
              <a:defRPr sz="2175" b="1">
                <a:solidFill>
                  <a:srgbClr val="17324D"/>
                </a:solidFill>
                <a:latin typeface="DejaVu Sans"/>
                <a:ea typeface="DejaVu Sans"/>
                <a:cs typeface="DejaVu Sans"/>
              </a:defRPr>
            </a:lvl8pPr>
            <a:lvl9pPr>
              <a:defRPr sz="2175" b="1">
                <a:solidFill>
                  <a:srgbClr val="17324D"/>
                </a:solidFill>
                <a:latin typeface="DejaVu Sans"/>
                <a:ea typeface="DejaVu Sans"/>
                <a:cs typeface="DejaVu Sans"/>
              </a:defRPr>
            </a:lvl9pPr>
          </a:lstStyle>
          <a:p xmlns:a="http://schemas.openxmlformats.org/drawingml/2006/main">
            <a:pPr>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Tarjetas, reportes y usuarios</a:t>
            </a:r>
          </a:p>
        </p:txBody>
      </p:sp>
      <p:sp>
        <p:nvSpPr>
          <p:cNvPr id="15" name="text-14">
            <a:extLst xmlns:a="http://schemas.openxmlformats.org/drawingml/2006/main">
              <a:ext uri="{FF2B5EF4-FFF2-40B4-BE49-F238E27FC236}">
                <a16:creationId xmlns:a16="http://schemas.microsoft.com/office/drawing/2014/main" id="{63F5CD27-2DA4-4CFB-B244-53BC087E7D52}"/>
              </a:ext>
            </a:extLst>
          </p:cNvPr>
          <p:cNvSpPr>
            <a:spLocks xmlns:a="http://schemas.openxmlformats.org/drawingml/2006/main" noGrp="1"/>
          </p:cNvSpPr>
          <p:nvPr/>
        </p:nvSpPr>
        <p:spPr>
          <a:xfrm xmlns:a="http://schemas.openxmlformats.org/drawingml/2006/main">
            <a:off x="1619250" y="5553075"/>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77C"/>
                </a:solidFill>
                <a:latin typeface="DejaVu Sans"/>
                <a:ea typeface="DejaVu Sans"/>
                <a:cs typeface="DejaVu Sans"/>
              </a:defRPr>
            </a:defPPr>
            <a:lvl1pPr>
              <a:defRPr sz="1800" b="0">
                <a:solidFill>
                  <a:srgbClr val="52677C"/>
                </a:solidFill>
                <a:latin typeface="DejaVu Sans"/>
                <a:ea typeface="DejaVu Sans"/>
                <a:cs typeface="DejaVu Sans"/>
              </a:defRPr>
            </a:lvl1pPr>
            <a:lvl2pPr>
              <a:defRPr sz="1800" b="0">
                <a:solidFill>
                  <a:srgbClr val="52677C"/>
                </a:solidFill>
                <a:latin typeface="DejaVu Sans"/>
                <a:ea typeface="DejaVu Sans"/>
                <a:cs typeface="DejaVu Sans"/>
              </a:defRPr>
            </a:lvl2pPr>
            <a:lvl3pPr>
              <a:defRPr sz="1800" b="0">
                <a:solidFill>
                  <a:srgbClr val="52677C"/>
                </a:solidFill>
                <a:latin typeface="DejaVu Sans"/>
                <a:ea typeface="DejaVu Sans"/>
                <a:cs typeface="DejaVu Sans"/>
              </a:defRPr>
            </a:lvl3pPr>
            <a:lvl4pPr>
              <a:defRPr sz="1800" b="0">
                <a:solidFill>
                  <a:srgbClr val="52677C"/>
                </a:solidFill>
                <a:latin typeface="DejaVu Sans"/>
                <a:ea typeface="DejaVu Sans"/>
                <a:cs typeface="DejaVu Sans"/>
              </a:defRPr>
            </a:lvl4pPr>
            <a:lvl5pPr>
              <a:defRPr sz="1800" b="0">
                <a:solidFill>
                  <a:srgbClr val="52677C"/>
                </a:solidFill>
                <a:latin typeface="DejaVu Sans"/>
                <a:ea typeface="DejaVu Sans"/>
                <a:cs typeface="DejaVu Sans"/>
              </a:defRPr>
            </a:lvl5pPr>
            <a:lvl6pPr>
              <a:defRPr sz="1800" b="0">
                <a:solidFill>
                  <a:srgbClr val="52677C"/>
                </a:solidFill>
                <a:latin typeface="DejaVu Sans"/>
                <a:ea typeface="DejaVu Sans"/>
                <a:cs typeface="DejaVu Sans"/>
              </a:defRPr>
            </a:lvl6pPr>
            <a:lvl7pPr>
              <a:defRPr sz="1800" b="0">
                <a:solidFill>
                  <a:srgbClr val="52677C"/>
                </a:solidFill>
                <a:latin typeface="DejaVu Sans"/>
                <a:ea typeface="DejaVu Sans"/>
                <a:cs typeface="DejaVu Sans"/>
              </a:defRPr>
            </a:lvl7pPr>
            <a:lvl8pPr>
              <a:defRPr sz="1800" b="0">
                <a:solidFill>
                  <a:srgbClr val="52677C"/>
                </a:solidFill>
                <a:latin typeface="DejaVu Sans"/>
                <a:ea typeface="DejaVu Sans"/>
                <a:cs typeface="DejaVu Sans"/>
              </a:defRPr>
            </a:lvl8pPr>
            <a:lvl9pPr>
              <a:defRPr sz="1800" b="0">
                <a:solidFill>
                  <a:srgbClr val="52677C"/>
                </a:solidFill>
                <a:latin typeface="DejaVu Sans"/>
                <a:ea typeface="DejaVu Sans"/>
                <a:cs typeface="DejaVu Sans"/>
              </a:defRPr>
            </a:lvl9pPr>
          </a:lstStyle>
          <a:p xmlns:a="http://schemas.openxmlformats.org/drawingml/2006/main">
            <a:pPr>
              <a:defRPr sz="1800" b="0">
                <a:solidFill>
                  <a:srgbClr val="52677C"/>
                </a:solidFill>
                <a:latin typeface="DejaVu Sans"/>
                <a:ea typeface="DejaVu Sans"/>
                <a:cs typeface="DejaVu Sans"/>
              </a:defRPr>
            </a:pPr>
            <a:r>
              <a:rPr sz="1800" b="0">
                <a:solidFill>
                  <a:srgbClr val="52677C"/>
                </a:solidFill>
                <a:latin typeface="DejaVu Sans"/>
                <a:ea typeface="DejaVu Sans"/>
                <a:cs typeface="DejaVu Sans"/>
              </a:rPr>
              <a:t>Emisión de tarjetas, consultas, permisos y auditoría.</a:t>
            </a:r>
          </a:p>
        </p:txBody>
      </p:sp>
    </p:spTree>
    <p:extLst>
      <p:ext uri="{BB962C8B-B14F-4D97-AF65-F5344CB8AC3E}">
        <p14:creationId xmlns:p14="http://schemas.microsoft.com/office/powerpoint/2010/main" val="11879325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CB20ADD1-361F-4AF8-8BDA-40317772C9E6}"/>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pPr>
              <a:defRPr sz="3300" b="1">
                <a:solidFill>
                  <a:srgbClr val="17324D"/>
                </a:solidFill>
                <a:latin typeface="DejaVu Sans"/>
                <a:ea typeface="DejaVu Sans"/>
                <a:cs typeface="DejaVu Sans"/>
              </a:defRPr>
            </a:pPr>
            <a:r>
              <a:rPr sz="3300" b="1">
                <a:solidFill>
                  <a:srgbClr val="17324D"/>
                </a:solidFill>
                <a:latin typeface="DejaVu Sans"/>
                <a:ea typeface="DejaVu Sans"/>
                <a:cs typeface="DejaVu Sans"/>
              </a:rPr>
              <a:t>Flujo operativo por línea</a:t>
            </a:r>
          </a:p>
        </p:txBody>
      </p:sp>
      <p:sp>
        <p:nvSpPr>
          <p:cNvPr id="2" name="text-1">
            <a:extLst xmlns:a="http://schemas.openxmlformats.org/drawingml/2006/main">
              <a:ext uri="{FF2B5EF4-FFF2-40B4-BE49-F238E27FC236}">
                <a16:creationId xmlns:a16="http://schemas.microsoft.com/office/drawing/2014/main" id="{2D327D87-E9A9-4C2D-B04B-17CC8BA7DF7E}"/>
              </a:ext>
            </a:extLst>
          </p:cNvPr>
          <p:cNvSpPr>
            <a:spLocks xmlns:a="http://schemas.openxmlformats.org/drawingml/2006/main" noGrp="1"/>
          </p:cNvSpPr>
          <p:nvPr/>
        </p:nvSpPr>
        <p:spPr>
          <a:xfrm xmlns:a="http://schemas.openxmlformats.org/drawingml/2006/main">
            <a:off x="666750" y="15144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77C"/>
                </a:solidFill>
                <a:latin typeface="DejaVu Sans"/>
                <a:ea typeface="DejaVu Sans"/>
                <a:cs typeface="DejaVu Sans"/>
              </a:defRPr>
            </a:defPPr>
            <a:lvl1pPr>
              <a:defRPr sz="1800" b="0">
                <a:solidFill>
                  <a:srgbClr val="52677C"/>
                </a:solidFill>
                <a:latin typeface="DejaVu Sans"/>
                <a:ea typeface="DejaVu Sans"/>
                <a:cs typeface="DejaVu Sans"/>
              </a:defRPr>
            </a:lvl1pPr>
            <a:lvl2pPr>
              <a:defRPr sz="1800" b="0">
                <a:solidFill>
                  <a:srgbClr val="52677C"/>
                </a:solidFill>
                <a:latin typeface="DejaVu Sans"/>
                <a:ea typeface="DejaVu Sans"/>
                <a:cs typeface="DejaVu Sans"/>
              </a:defRPr>
            </a:lvl2pPr>
            <a:lvl3pPr>
              <a:defRPr sz="1800" b="0">
                <a:solidFill>
                  <a:srgbClr val="52677C"/>
                </a:solidFill>
                <a:latin typeface="DejaVu Sans"/>
                <a:ea typeface="DejaVu Sans"/>
                <a:cs typeface="DejaVu Sans"/>
              </a:defRPr>
            </a:lvl3pPr>
            <a:lvl4pPr>
              <a:defRPr sz="1800" b="0">
                <a:solidFill>
                  <a:srgbClr val="52677C"/>
                </a:solidFill>
                <a:latin typeface="DejaVu Sans"/>
                <a:ea typeface="DejaVu Sans"/>
                <a:cs typeface="DejaVu Sans"/>
              </a:defRPr>
            </a:lvl4pPr>
            <a:lvl5pPr>
              <a:defRPr sz="1800" b="0">
                <a:solidFill>
                  <a:srgbClr val="52677C"/>
                </a:solidFill>
                <a:latin typeface="DejaVu Sans"/>
                <a:ea typeface="DejaVu Sans"/>
                <a:cs typeface="DejaVu Sans"/>
              </a:defRPr>
            </a:lvl5pPr>
            <a:lvl6pPr>
              <a:defRPr sz="1800" b="0">
                <a:solidFill>
                  <a:srgbClr val="52677C"/>
                </a:solidFill>
                <a:latin typeface="DejaVu Sans"/>
                <a:ea typeface="DejaVu Sans"/>
                <a:cs typeface="DejaVu Sans"/>
              </a:defRPr>
            </a:lvl6pPr>
            <a:lvl7pPr>
              <a:defRPr sz="1800" b="0">
                <a:solidFill>
                  <a:srgbClr val="52677C"/>
                </a:solidFill>
                <a:latin typeface="DejaVu Sans"/>
                <a:ea typeface="DejaVu Sans"/>
                <a:cs typeface="DejaVu Sans"/>
              </a:defRPr>
            </a:lvl7pPr>
            <a:lvl8pPr>
              <a:defRPr sz="1800" b="0">
                <a:solidFill>
                  <a:srgbClr val="52677C"/>
                </a:solidFill>
                <a:latin typeface="DejaVu Sans"/>
                <a:ea typeface="DejaVu Sans"/>
                <a:cs typeface="DejaVu Sans"/>
              </a:defRPr>
            </a:lvl8pPr>
            <a:lvl9pPr>
              <a:defRPr sz="1800" b="0">
                <a:solidFill>
                  <a:srgbClr val="52677C"/>
                </a:solidFill>
                <a:latin typeface="DejaVu Sans"/>
                <a:ea typeface="DejaVu Sans"/>
                <a:cs typeface="DejaVu Sans"/>
              </a:defRPr>
            </a:lvl9pPr>
          </a:lstStyle>
          <a:p xmlns:a="http://schemas.openxmlformats.org/drawingml/2006/main">
            <a:pPr>
              <a:defRPr sz="1800" b="0">
                <a:solidFill>
                  <a:srgbClr val="52677C"/>
                </a:solidFill>
                <a:latin typeface="DejaVu Sans"/>
                <a:ea typeface="DejaVu Sans"/>
                <a:cs typeface="DejaVu Sans"/>
              </a:defRPr>
            </a:pPr>
            <a:r>
              <a:rPr sz="1800" b="0">
                <a:solidFill>
                  <a:srgbClr val="52677C"/>
                </a:solidFill>
                <a:latin typeface="DejaVu Sans"/>
                <a:ea typeface="DejaVu Sans"/>
                <a:cs typeface="DejaVu Sans"/>
              </a:rPr>
              <a:t>La selección de línea delimita los buses, recorridos, conteos y alertas visibles</a:t>
            </a:r>
          </a:p>
        </p:txBody>
      </p:sp>
      <p:sp>
        <p:nvSpPr>
          <p:cNvPr id="3" name="text-2">
            <a:extLst xmlns:a="http://schemas.openxmlformats.org/drawingml/2006/main">
              <a:ext uri="{FF2B5EF4-FFF2-40B4-BE49-F238E27FC236}">
                <a16:creationId xmlns:a16="http://schemas.microsoft.com/office/drawing/2014/main" id="{4D8389F7-F0E4-44C0-98FF-C6BAE842F6EB}"/>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05</a:t>
            </a:r>
          </a:p>
        </p:txBody>
      </p:sp>
      <p:sp>
        <p:nvSpPr>
          <p:cNvPr id="4" name="text-3">
            <a:extLst xmlns:a="http://schemas.openxmlformats.org/drawingml/2006/main">
              <a:ext uri="{FF2B5EF4-FFF2-40B4-BE49-F238E27FC236}">
                <a16:creationId xmlns:a16="http://schemas.microsoft.com/office/drawing/2014/main" id="{993B4041-0C31-4CE6-B4B2-A7B627CE06AA}"/>
              </a:ext>
            </a:extLst>
          </p:cNvPr>
          <p:cNvSpPr>
            <a:spLocks xmlns:a="http://schemas.openxmlformats.org/drawingml/2006/main" noGrp="1"/>
          </p:cNvSpPr>
          <p:nvPr/>
        </p:nvSpPr>
        <p:spPr>
          <a:xfrm xmlns:a="http://schemas.openxmlformats.org/drawingml/2006/main">
            <a:off x="666750" y="225742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7324D"/>
                </a:solidFill>
                <a:latin typeface="DejaVu Sans"/>
                <a:ea typeface="DejaVu Sans"/>
                <a:cs typeface="DejaVu Sans"/>
              </a:defRPr>
            </a:defPPr>
            <a:lvl1pPr>
              <a:defRPr sz="3600" b="1">
                <a:solidFill>
                  <a:srgbClr val="17324D"/>
                </a:solidFill>
                <a:latin typeface="DejaVu Sans"/>
                <a:ea typeface="DejaVu Sans"/>
                <a:cs typeface="DejaVu Sans"/>
              </a:defRPr>
            </a:lvl1pPr>
            <a:lvl2pPr>
              <a:defRPr sz="3600" b="1">
                <a:solidFill>
                  <a:srgbClr val="17324D"/>
                </a:solidFill>
                <a:latin typeface="DejaVu Sans"/>
                <a:ea typeface="DejaVu Sans"/>
                <a:cs typeface="DejaVu Sans"/>
              </a:defRPr>
            </a:lvl2pPr>
            <a:lvl3pPr>
              <a:defRPr sz="3600" b="1">
                <a:solidFill>
                  <a:srgbClr val="17324D"/>
                </a:solidFill>
                <a:latin typeface="DejaVu Sans"/>
                <a:ea typeface="DejaVu Sans"/>
                <a:cs typeface="DejaVu Sans"/>
              </a:defRPr>
            </a:lvl3pPr>
            <a:lvl4pPr>
              <a:defRPr sz="3600" b="1">
                <a:solidFill>
                  <a:srgbClr val="17324D"/>
                </a:solidFill>
                <a:latin typeface="DejaVu Sans"/>
                <a:ea typeface="DejaVu Sans"/>
                <a:cs typeface="DejaVu Sans"/>
              </a:defRPr>
            </a:lvl4pPr>
            <a:lvl5pPr>
              <a:defRPr sz="3600" b="1">
                <a:solidFill>
                  <a:srgbClr val="17324D"/>
                </a:solidFill>
                <a:latin typeface="DejaVu Sans"/>
                <a:ea typeface="DejaVu Sans"/>
                <a:cs typeface="DejaVu Sans"/>
              </a:defRPr>
            </a:lvl5pPr>
            <a:lvl6pPr>
              <a:defRPr sz="3600" b="1">
                <a:solidFill>
                  <a:srgbClr val="17324D"/>
                </a:solidFill>
                <a:latin typeface="DejaVu Sans"/>
                <a:ea typeface="DejaVu Sans"/>
                <a:cs typeface="DejaVu Sans"/>
              </a:defRPr>
            </a:lvl6pPr>
            <a:lvl7pPr>
              <a:defRPr sz="3600" b="1">
                <a:solidFill>
                  <a:srgbClr val="17324D"/>
                </a:solidFill>
                <a:latin typeface="DejaVu Sans"/>
                <a:ea typeface="DejaVu Sans"/>
                <a:cs typeface="DejaVu Sans"/>
              </a:defRPr>
            </a:lvl7pPr>
            <a:lvl8pPr>
              <a:defRPr sz="3600" b="1">
                <a:solidFill>
                  <a:srgbClr val="17324D"/>
                </a:solidFill>
                <a:latin typeface="DejaVu Sans"/>
                <a:ea typeface="DejaVu Sans"/>
                <a:cs typeface="DejaVu Sans"/>
              </a:defRPr>
            </a:lvl8pPr>
            <a:lvl9pPr>
              <a:defRPr sz="3600" b="1">
                <a:solidFill>
                  <a:srgbClr val="17324D"/>
                </a:solidFill>
                <a:latin typeface="DejaVu Sans"/>
                <a:ea typeface="DejaVu Sans"/>
                <a:cs typeface="DejaVu Sans"/>
              </a:defRPr>
            </a:lvl9pPr>
          </a:lstStyle>
          <a:p xmlns:a="http://schemas.openxmlformats.org/drawingml/2006/main">
            <a:pPr>
              <a:defRPr sz="3600" b="1">
                <a:solidFill>
                  <a:srgbClr val="17324D"/>
                </a:solidFill>
                <a:latin typeface="DejaVu Sans"/>
                <a:ea typeface="DejaVu Sans"/>
                <a:cs typeface="DejaVu Sans"/>
              </a:defRPr>
            </a:pPr>
            <a:r>
              <a:rPr sz="3600" b="1">
                <a:solidFill>
                  <a:srgbClr val="17324D"/>
                </a:solidFill>
                <a:latin typeface="DejaVu Sans"/>
                <a:ea typeface="DejaVu Sans"/>
                <a:cs typeface="DejaVu Sans"/>
              </a:rPr>
              <a:t>1</a:t>
            </a:r>
          </a:p>
        </p:txBody>
      </p:sp>
      <p:sp>
        <p:nvSpPr>
          <p:cNvPr id="5" name="text-4">
            <a:extLst xmlns:a="http://schemas.openxmlformats.org/drawingml/2006/main">
              <a:ext uri="{FF2B5EF4-FFF2-40B4-BE49-F238E27FC236}">
                <a16:creationId xmlns:a16="http://schemas.microsoft.com/office/drawing/2014/main" id="{E9E6251E-5610-4CF0-8619-E9196615E815}"/>
              </a:ext>
            </a:extLst>
          </p:cNvPr>
          <p:cNvSpPr>
            <a:spLocks xmlns:a="http://schemas.openxmlformats.org/drawingml/2006/main" noGrp="1"/>
          </p:cNvSpPr>
          <p:nvPr/>
        </p:nvSpPr>
        <p:spPr>
          <a:xfrm xmlns:a="http://schemas.openxmlformats.org/drawingml/2006/main">
            <a:off x="1619250" y="2257425"/>
            <a:ext cx="942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DejaVu Sans"/>
                <a:ea typeface="DejaVu Sans"/>
                <a:cs typeface="DejaVu Sans"/>
              </a:defRPr>
            </a:defPPr>
            <a:lvl1pPr>
              <a:defRPr sz="2175" b="1">
                <a:solidFill>
                  <a:srgbClr val="17324D"/>
                </a:solidFill>
                <a:latin typeface="DejaVu Sans"/>
                <a:ea typeface="DejaVu Sans"/>
                <a:cs typeface="DejaVu Sans"/>
              </a:defRPr>
            </a:lvl1pPr>
            <a:lvl2pPr>
              <a:defRPr sz="2175" b="1">
                <a:solidFill>
                  <a:srgbClr val="17324D"/>
                </a:solidFill>
                <a:latin typeface="DejaVu Sans"/>
                <a:ea typeface="DejaVu Sans"/>
                <a:cs typeface="DejaVu Sans"/>
              </a:defRPr>
            </a:lvl2pPr>
            <a:lvl3pPr>
              <a:defRPr sz="2175" b="1">
                <a:solidFill>
                  <a:srgbClr val="17324D"/>
                </a:solidFill>
                <a:latin typeface="DejaVu Sans"/>
                <a:ea typeface="DejaVu Sans"/>
                <a:cs typeface="DejaVu Sans"/>
              </a:defRPr>
            </a:lvl3pPr>
            <a:lvl4pPr>
              <a:defRPr sz="2175" b="1">
                <a:solidFill>
                  <a:srgbClr val="17324D"/>
                </a:solidFill>
                <a:latin typeface="DejaVu Sans"/>
                <a:ea typeface="DejaVu Sans"/>
                <a:cs typeface="DejaVu Sans"/>
              </a:defRPr>
            </a:lvl4pPr>
            <a:lvl5pPr>
              <a:defRPr sz="2175" b="1">
                <a:solidFill>
                  <a:srgbClr val="17324D"/>
                </a:solidFill>
                <a:latin typeface="DejaVu Sans"/>
                <a:ea typeface="DejaVu Sans"/>
                <a:cs typeface="DejaVu Sans"/>
              </a:defRPr>
            </a:lvl5pPr>
            <a:lvl6pPr>
              <a:defRPr sz="2175" b="1">
                <a:solidFill>
                  <a:srgbClr val="17324D"/>
                </a:solidFill>
                <a:latin typeface="DejaVu Sans"/>
                <a:ea typeface="DejaVu Sans"/>
                <a:cs typeface="DejaVu Sans"/>
              </a:defRPr>
            </a:lvl6pPr>
            <a:lvl7pPr>
              <a:defRPr sz="2175" b="1">
                <a:solidFill>
                  <a:srgbClr val="17324D"/>
                </a:solidFill>
                <a:latin typeface="DejaVu Sans"/>
                <a:ea typeface="DejaVu Sans"/>
                <a:cs typeface="DejaVu Sans"/>
              </a:defRPr>
            </a:lvl7pPr>
            <a:lvl8pPr>
              <a:defRPr sz="2175" b="1">
                <a:solidFill>
                  <a:srgbClr val="17324D"/>
                </a:solidFill>
                <a:latin typeface="DejaVu Sans"/>
                <a:ea typeface="DejaVu Sans"/>
                <a:cs typeface="DejaVu Sans"/>
              </a:defRPr>
            </a:lvl8pPr>
            <a:lvl9pPr>
              <a:defRPr sz="2175" b="1">
                <a:solidFill>
                  <a:srgbClr val="17324D"/>
                </a:solidFill>
                <a:latin typeface="DejaVu Sans"/>
                <a:ea typeface="DejaVu Sans"/>
                <a:cs typeface="DejaVu Sans"/>
              </a:defRPr>
            </a:lvl9pPr>
          </a:lstStyle>
          <a:p xmlns:a="http://schemas.openxmlformats.org/drawingml/2006/main">
            <a:pPr>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Preparación</a:t>
            </a:r>
          </a:p>
        </p:txBody>
      </p:sp>
      <p:sp>
        <p:nvSpPr>
          <p:cNvPr id="6" name="text-5">
            <a:extLst xmlns:a="http://schemas.openxmlformats.org/drawingml/2006/main">
              <a:ext uri="{FF2B5EF4-FFF2-40B4-BE49-F238E27FC236}">
                <a16:creationId xmlns:a16="http://schemas.microsoft.com/office/drawing/2014/main" id="{B27315A8-4F85-4A02-B8B7-4994F02425B4}"/>
              </a:ext>
            </a:extLst>
          </p:cNvPr>
          <p:cNvSpPr>
            <a:spLocks xmlns:a="http://schemas.openxmlformats.org/drawingml/2006/main" noGrp="1"/>
          </p:cNvSpPr>
          <p:nvPr/>
        </p:nvSpPr>
        <p:spPr>
          <a:xfrm xmlns:a="http://schemas.openxmlformats.org/drawingml/2006/main">
            <a:off x="1619250" y="2686050"/>
            <a:ext cx="942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C"/>
                </a:solidFill>
                <a:latin typeface="DejaVu Sans"/>
                <a:ea typeface="DejaVu Sans"/>
                <a:cs typeface="DejaVu Sans"/>
              </a:defRPr>
            </a:defPPr>
            <a:lvl1pPr>
              <a:defRPr sz="1875" b="0">
                <a:solidFill>
                  <a:srgbClr val="52677C"/>
                </a:solidFill>
                <a:latin typeface="DejaVu Sans"/>
                <a:ea typeface="DejaVu Sans"/>
                <a:cs typeface="DejaVu Sans"/>
              </a:defRPr>
            </a:lvl1pPr>
            <a:lvl2pPr>
              <a:defRPr sz="1875" b="0">
                <a:solidFill>
                  <a:srgbClr val="52677C"/>
                </a:solidFill>
                <a:latin typeface="DejaVu Sans"/>
                <a:ea typeface="DejaVu Sans"/>
                <a:cs typeface="DejaVu Sans"/>
              </a:defRPr>
            </a:lvl2pPr>
            <a:lvl3pPr>
              <a:defRPr sz="1875" b="0">
                <a:solidFill>
                  <a:srgbClr val="52677C"/>
                </a:solidFill>
                <a:latin typeface="DejaVu Sans"/>
                <a:ea typeface="DejaVu Sans"/>
                <a:cs typeface="DejaVu Sans"/>
              </a:defRPr>
            </a:lvl3pPr>
            <a:lvl4pPr>
              <a:defRPr sz="1875" b="0">
                <a:solidFill>
                  <a:srgbClr val="52677C"/>
                </a:solidFill>
                <a:latin typeface="DejaVu Sans"/>
                <a:ea typeface="DejaVu Sans"/>
                <a:cs typeface="DejaVu Sans"/>
              </a:defRPr>
            </a:lvl4pPr>
            <a:lvl5pPr>
              <a:defRPr sz="1875" b="0">
                <a:solidFill>
                  <a:srgbClr val="52677C"/>
                </a:solidFill>
                <a:latin typeface="DejaVu Sans"/>
                <a:ea typeface="DejaVu Sans"/>
                <a:cs typeface="DejaVu Sans"/>
              </a:defRPr>
            </a:lvl5pPr>
            <a:lvl6pPr>
              <a:defRPr sz="1875" b="0">
                <a:solidFill>
                  <a:srgbClr val="52677C"/>
                </a:solidFill>
                <a:latin typeface="DejaVu Sans"/>
                <a:ea typeface="DejaVu Sans"/>
                <a:cs typeface="DejaVu Sans"/>
              </a:defRPr>
            </a:lvl6pPr>
            <a:lvl7pPr>
              <a:defRPr sz="1875" b="0">
                <a:solidFill>
                  <a:srgbClr val="52677C"/>
                </a:solidFill>
                <a:latin typeface="DejaVu Sans"/>
                <a:ea typeface="DejaVu Sans"/>
                <a:cs typeface="DejaVu Sans"/>
              </a:defRPr>
            </a:lvl7pPr>
            <a:lvl8pPr>
              <a:defRPr sz="1875" b="0">
                <a:solidFill>
                  <a:srgbClr val="52677C"/>
                </a:solidFill>
                <a:latin typeface="DejaVu Sans"/>
                <a:ea typeface="DejaVu Sans"/>
                <a:cs typeface="DejaVu Sans"/>
              </a:defRPr>
            </a:lvl8pPr>
            <a:lvl9pPr>
              <a:defRPr sz="1875" b="0">
                <a:solidFill>
                  <a:srgbClr val="52677C"/>
                </a:solidFill>
                <a:latin typeface="DejaVu Sans"/>
                <a:ea typeface="DejaVu Sans"/>
                <a:cs typeface="DejaVu Sans"/>
              </a:defRPr>
            </a:lvl9pPr>
          </a:lstStyle>
          <a:p xmlns:a="http://schemas.openxmlformats.org/drawingml/2006/main">
            <a:pPr>
              <a:defRPr sz="1875" b="0">
                <a:solidFill>
                  <a:srgbClr val="52677C"/>
                </a:solidFill>
                <a:latin typeface="DejaVu Sans"/>
                <a:ea typeface="DejaVu Sans"/>
                <a:cs typeface="DejaVu Sans"/>
              </a:defRPr>
            </a:pPr>
            <a:r>
              <a:rPr sz="1875" b="0">
                <a:solidFill>
                  <a:srgbClr val="52677C"/>
                </a:solidFill>
                <a:latin typeface="DejaVu Sans"/>
                <a:ea typeface="DejaVu Sans"/>
                <a:cs typeface="DejaVu Sans"/>
              </a:rPr>
              <a:t>Registrar catálogos, personal y asignaciones válidas.</a:t>
            </a:r>
          </a:p>
        </p:txBody>
      </p:sp>
      <p:sp>
        <p:nvSpPr>
          <p:cNvPr id="7" name="text-6">
            <a:extLst xmlns:a="http://schemas.openxmlformats.org/drawingml/2006/main">
              <a:ext uri="{FF2B5EF4-FFF2-40B4-BE49-F238E27FC236}">
                <a16:creationId xmlns:a16="http://schemas.microsoft.com/office/drawing/2014/main" id="{5F798F04-03B6-4DA2-8C9A-15A983249B51}"/>
              </a:ext>
            </a:extLst>
          </p:cNvPr>
          <p:cNvSpPr>
            <a:spLocks xmlns:a="http://schemas.openxmlformats.org/drawingml/2006/main" noGrp="1"/>
          </p:cNvSpPr>
          <p:nvPr/>
        </p:nvSpPr>
        <p:spPr>
          <a:xfrm xmlns:a="http://schemas.openxmlformats.org/drawingml/2006/main">
            <a:off x="666750" y="320040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7324D"/>
                </a:solidFill>
                <a:latin typeface="DejaVu Sans"/>
                <a:ea typeface="DejaVu Sans"/>
                <a:cs typeface="DejaVu Sans"/>
              </a:defRPr>
            </a:defPPr>
            <a:lvl1pPr>
              <a:defRPr sz="3600" b="1">
                <a:solidFill>
                  <a:srgbClr val="17324D"/>
                </a:solidFill>
                <a:latin typeface="DejaVu Sans"/>
                <a:ea typeface="DejaVu Sans"/>
                <a:cs typeface="DejaVu Sans"/>
              </a:defRPr>
            </a:lvl1pPr>
            <a:lvl2pPr>
              <a:defRPr sz="3600" b="1">
                <a:solidFill>
                  <a:srgbClr val="17324D"/>
                </a:solidFill>
                <a:latin typeface="DejaVu Sans"/>
                <a:ea typeface="DejaVu Sans"/>
                <a:cs typeface="DejaVu Sans"/>
              </a:defRPr>
            </a:lvl2pPr>
            <a:lvl3pPr>
              <a:defRPr sz="3600" b="1">
                <a:solidFill>
                  <a:srgbClr val="17324D"/>
                </a:solidFill>
                <a:latin typeface="DejaVu Sans"/>
                <a:ea typeface="DejaVu Sans"/>
                <a:cs typeface="DejaVu Sans"/>
              </a:defRPr>
            </a:lvl3pPr>
            <a:lvl4pPr>
              <a:defRPr sz="3600" b="1">
                <a:solidFill>
                  <a:srgbClr val="17324D"/>
                </a:solidFill>
                <a:latin typeface="DejaVu Sans"/>
                <a:ea typeface="DejaVu Sans"/>
                <a:cs typeface="DejaVu Sans"/>
              </a:defRPr>
            </a:lvl4pPr>
            <a:lvl5pPr>
              <a:defRPr sz="3600" b="1">
                <a:solidFill>
                  <a:srgbClr val="17324D"/>
                </a:solidFill>
                <a:latin typeface="DejaVu Sans"/>
                <a:ea typeface="DejaVu Sans"/>
                <a:cs typeface="DejaVu Sans"/>
              </a:defRPr>
            </a:lvl5pPr>
            <a:lvl6pPr>
              <a:defRPr sz="3600" b="1">
                <a:solidFill>
                  <a:srgbClr val="17324D"/>
                </a:solidFill>
                <a:latin typeface="DejaVu Sans"/>
                <a:ea typeface="DejaVu Sans"/>
                <a:cs typeface="DejaVu Sans"/>
              </a:defRPr>
            </a:lvl6pPr>
            <a:lvl7pPr>
              <a:defRPr sz="3600" b="1">
                <a:solidFill>
                  <a:srgbClr val="17324D"/>
                </a:solidFill>
                <a:latin typeface="DejaVu Sans"/>
                <a:ea typeface="DejaVu Sans"/>
                <a:cs typeface="DejaVu Sans"/>
              </a:defRPr>
            </a:lvl7pPr>
            <a:lvl8pPr>
              <a:defRPr sz="3600" b="1">
                <a:solidFill>
                  <a:srgbClr val="17324D"/>
                </a:solidFill>
                <a:latin typeface="DejaVu Sans"/>
                <a:ea typeface="DejaVu Sans"/>
                <a:cs typeface="DejaVu Sans"/>
              </a:defRPr>
            </a:lvl8pPr>
            <a:lvl9pPr>
              <a:defRPr sz="3600" b="1">
                <a:solidFill>
                  <a:srgbClr val="17324D"/>
                </a:solidFill>
                <a:latin typeface="DejaVu Sans"/>
                <a:ea typeface="DejaVu Sans"/>
                <a:cs typeface="DejaVu Sans"/>
              </a:defRPr>
            </a:lvl9pPr>
          </a:lstStyle>
          <a:p xmlns:a="http://schemas.openxmlformats.org/drawingml/2006/main">
            <a:pPr>
              <a:defRPr sz="3600" b="1">
                <a:solidFill>
                  <a:srgbClr val="17324D"/>
                </a:solidFill>
                <a:latin typeface="DejaVu Sans"/>
                <a:ea typeface="DejaVu Sans"/>
                <a:cs typeface="DejaVu Sans"/>
              </a:defRPr>
            </a:pPr>
            <a:r>
              <a:rPr sz="3600" b="1">
                <a:solidFill>
                  <a:srgbClr val="17324D"/>
                </a:solidFill>
                <a:latin typeface="DejaVu Sans"/>
                <a:ea typeface="DejaVu Sans"/>
                <a:cs typeface="DejaVu Sans"/>
              </a:rPr>
              <a:t>2</a:t>
            </a:r>
          </a:p>
        </p:txBody>
      </p:sp>
      <p:sp>
        <p:nvSpPr>
          <p:cNvPr id="8" name="text-7">
            <a:extLst xmlns:a="http://schemas.openxmlformats.org/drawingml/2006/main">
              <a:ext uri="{FF2B5EF4-FFF2-40B4-BE49-F238E27FC236}">
                <a16:creationId xmlns:a16="http://schemas.microsoft.com/office/drawing/2014/main" id="{3A30919E-52C3-40A5-AF82-ADAD08DF4181}"/>
              </a:ext>
            </a:extLst>
          </p:cNvPr>
          <p:cNvSpPr>
            <a:spLocks xmlns:a="http://schemas.openxmlformats.org/drawingml/2006/main" noGrp="1"/>
          </p:cNvSpPr>
          <p:nvPr/>
        </p:nvSpPr>
        <p:spPr>
          <a:xfrm xmlns:a="http://schemas.openxmlformats.org/drawingml/2006/main">
            <a:off x="1619250" y="3200400"/>
            <a:ext cx="942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DejaVu Sans"/>
                <a:ea typeface="DejaVu Sans"/>
                <a:cs typeface="DejaVu Sans"/>
              </a:defRPr>
            </a:defPPr>
            <a:lvl1pPr>
              <a:defRPr sz="2175" b="1">
                <a:solidFill>
                  <a:srgbClr val="17324D"/>
                </a:solidFill>
                <a:latin typeface="DejaVu Sans"/>
                <a:ea typeface="DejaVu Sans"/>
                <a:cs typeface="DejaVu Sans"/>
              </a:defRPr>
            </a:lvl1pPr>
            <a:lvl2pPr>
              <a:defRPr sz="2175" b="1">
                <a:solidFill>
                  <a:srgbClr val="17324D"/>
                </a:solidFill>
                <a:latin typeface="DejaVu Sans"/>
                <a:ea typeface="DejaVu Sans"/>
                <a:cs typeface="DejaVu Sans"/>
              </a:defRPr>
            </a:lvl2pPr>
            <a:lvl3pPr>
              <a:defRPr sz="2175" b="1">
                <a:solidFill>
                  <a:srgbClr val="17324D"/>
                </a:solidFill>
                <a:latin typeface="DejaVu Sans"/>
                <a:ea typeface="DejaVu Sans"/>
                <a:cs typeface="DejaVu Sans"/>
              </a:defRPr>
            </a:lvl3pPr>
            <a:lvl4pPr>
              <a:defRPr sz="2175" b="1">
                <a:solidFill>
                  <a:srgbClr val="17324D"/>
                </a:solidFill>
                <a:latin typeface="DejaVu Sans"/>
                <a:ea typeface="DejaVu Sans"/>
                <a:cs typeface="DejaVu Sans"/>
              </a:defRPr>
            </a:lvl4pPr>
            <a:lvl5pPr>
              <a:defRPr sz="2175" b="1">
                <a:solidFill>
                  <a:srgbClr val="17324D"/>
                </a:solidFill>
                <a:latin typeface="DejaVu Sans"/>
                <a:ea typeface="DejaVu Sans"/>
                <a:cs typeface="DejaVu Sans"/>
              </a:defRPr>
            </a:lvl5pPr>
            <a:lvl6pPr>
              <a:defRPr sz="2175" b="1">
                <a:solidFill>
                  <a:srgbClr val="17324D"/>
                </a:solidFill>
                <a:latin typeface="DejaVu Sans"/>
                <a:ea typeface="DejaVu Sans"/>
                <a:cs typeface="DejaVu Sans"/>
              </a:defRPr>
            </a:lvl6pPr>
            <a:lvl7pPr>
              <a:defRPr sz="2175" b="1">
                <a:solidFill>
                  <a:srgbClr val="17324D"/>
                </a:solidFill>
                <a:latin typeface="DejaVu Sans"/>
                <a:ea typeface="DejaVu Sans"/>
                <a:cs typeface="DejaVu Sans"/>
              </a:defRPr>
            </a:lvl7pPr>
            <a:lvl8pPr>
              <a:defRPr sz="2175" b="1">
                <a:solidFill>
                  <a:srgbClr val="17324D"/>
                </a:solidFill>
                <a:latin typeface="DejaVu Sans"/>
                <a:ea typeface="DejaVu Sans"/>
                <a:cs typeface="DejaVu Sans"/>
              </a:defRPr>
            </a:lvl8pPr>
            <a:lvl9pPr>
              <a:defRPr sz="2175" b="1">
                <a:solidFill>
                  <a:srgbClr val="17324D"/>
                </a:solidFill>
                <a:latin typeface="DejaVu Sans"/>
                <a:ea typeface="DejaVu Sans"/>
                <a:cs typeface="DejaVu Sans"/>
              </a:defRPr>
            </a:lvl9pPr>
          </a:lstStyle>
          <a:p xmlns:a="http://schemas.openxmlformats.org/drawingml/2006/main">
            <a:pPr>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Inicio</a:t>
            </a:r>
          </a:p>
        </p:txBody>
      </p:sp>
      <p:sp>
        <p:nvSpPr>
          <p:cNvPr id="9" name="text-8">
            <a:extLst xmlns:a="http://schemas.openxmlformats.org/drawingml/2006/main">
              <a:ext uri="{FF2B5EF4-FFF2-40B4-BE49-F238E27FC236}">
                <a16:creationId xmlns:a16="http://schemas.microsoft.com/office/drawing/2014/main" id="{001497E7-F4B8-4128-8C47-BE0EED149B01}"/>
              </a:ext>
            </a:extLst>
          </p:cNvPr>
          <p:cNvSpPr>
            <a:spLocks xmlns:a="http://schemas.openxmlformats.org/drawingml/2006/main" noGrp="1"/>
          </p:cNvSpPr>
          <p:nvPr/>
        </p:nvSpPr>
        <p:spPr>
          <a:xfrm xmlns:a="http://schemas.openxmlformats.org/drawingml/2006/main">
            <a:off x="1619250" y="3629025"/>
            <a:ext cx="942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C"/>
                </a:solidFill>
                <a:latin typeface="DejaVu Sans"/>
                <a:ea typeface="DejaVu Sans"/>
                <a:cs typeface="DejaVu Sans"/>
              </a:defRPr>
            </a:defPPr>
            <a:lvl1pPr>
              <a:defRPr sz="1875" b="0">
                <a:solidFill>
                  <a:srgbClr val="52677C"/>
                </a:solidFill>
                <a:latin typeface="DejaVu Sans"/>
                <a:ea typeface="DejaVu Sans"/>
                <a:cs typeface="DejaVu Sans"/>
              </a:defRPr>
            </a:lvl1pPr>
            <a:lvl2pPr>
              <a:defRPr sz="1875" b="0">
                <a:solidFill>
                  <a:srgbClr val="52677C"/>
                </a:solidFill>
                <a:latin typeface="DejaVu Sans"/>
                <a:ea typeface="DejaVu Sans"/>
                <a:cs typeface="DejaVu Sans"/>
              </a:defRPr>
            </a:lvl2pPr>
            <a:lvl3pPr>
              <a:defRPr sz="1875" b="0">
                <a:solidFill>
                  <a:srgbClr val="52677C"/>
                </a:solidFill>
                <a:latin typeface="DejaVu Sans"/>
                <a:ea typeface="DejaVu Sans"/>
                <a:cs typeface="DejaVu Sans"/>
              </a:defRPr>
            </a:lvl3pPr>
            <a:lvl4pPr>
              <a:defRPr sz="1875" b="0">
                <a:solidFill>
                  <a:srgbClr val="52677C"/>
                </a:solidFill>
                <a:latin typeface="DejaVu Sans"/>
                <a:ea typeface="DejaVu Sans"/>
                <a:cs typeface="DejaVu Sans"/>
              </a:defRPr>
            </a:lvl4pPr>
            <a:lvl5pPr>
              <a:defRPr sz="1875" b="0">
                <a:solidFill>
                  <a:srgbClr val="52677C"/>
                </a:solidFill>
                <a:latin typeface="DejaVu Sans"/>
                <a:ea typeface="DejaVu Sans"/>
                <a:cs typeface="DejaVu Sans"/>
              </a:defRPr>
            </a:lvl5pPr>
            <a:lvl6pPr>
              <a:defRPr sz="1875" b="0">
                <a:solidFill>
                  <a:srgbClr val="52677C"/>
                </a:solidFill>
                <a:latin typeface="DejaVu Sans"/>
                <a:ea typeface="DejaVu Sans"/>
                <a:cs typeface="DejaVu Sans"/>
              </a:defRPr>
            </a:lvl6pPr>
            <a:lvl7pPr>
              <a:defRPr sz="1875" b="0">
                <a:solidFill>
                  <a:srgbClr val="52677C"/>
                </a:solidFill>
                <a:latin typeface="DejaVu Sans"/>
                <a:ea typeface="DejaVu Sans"/>
                <a:cs typeface="DejaVu Sans"/>
              </a:defRPr>
            </a:lvl7pPr>
            <a:lvl8pPr>
              <a:defRPr sz="1875" b="0">
                <a:solidFill>
                  <a:srgbClr val="52677C"/>
                </a:solidFill>
                <a:latin typeface="DejaVu Sans"/>
                <a:ea typeface="DejaVu Sans"/>
                <a:cs typeface="DejaVu Sans"/>
              </a:defRPr>
            </a:lvl8pPr>
            <a:lvl9pPr>
              <a:defRPr sz="1875" b="0">
                <a:solidFill>
                  <a:srgbClr val="52677C"/>
                </a:solidFill>
                <a:latin typeface="DejaVu Sans"/>
                <a:ea typeface="DejaVu Sans"/>
                <a:cs typeface="DejaVu Sans"/>
              </a:defRPr>
            </a:lvl9pPr>
          </a:lstStyle>
          <a:p xmlns:a="http://schemas.openxmlformats.org/drawingml/2006/main">
            <a:pPr>
              <a:defRPr sz="1875" b="0">
                <a:solidFill>
                  <a:srgbClr val="52677C"/>
                </a:solidFill>
                <a:latin typeface="DejaVu Sans"/>
                <a:ea typeface="DejaVu Sans"/>
                <a:cs typeface="DejaVu Sans"/>
              </a:defRPr>
            </a:pPr>
            <a:r>
              <a:rPr sz="1875" b="0">
                <a:solidFill>
                  <a:srgbClr val="52677C"/>
                </a:solidFill>
                <a:latin typeface="DejaVu Sans"/>
                <a:ea typeface="DejaVu Sans"/>
                <a:cs typeface="DejaVu Sans"/>
              </a:rPr>
              <a:t>Asignar piloto disponible e iniciar el viaje del bus.</a:t>
            </a:r>
          </a:p>
        </p:txBody>
      </p:sp>
      <p:sp>
        <p:nvSpPr>
          <p:cNvPr id="10" name="text-9">
            <a:extLst xmlns:a="http://schemas.openxmlformats.org/drawingml/2006/main">
              <a:ext uri="{FF2B5EF4-FFF2-40B4-BE49-F238E27FC236}">
                <a16:creationId xmlns:a16="http://schemas.microsoft.com/office/drawing/2014/main" id="{2820C594-F6C8-4774-83DF-378046DD6A2F}"/>
              </a:ext>
            </a:extLst>
          </p:cNvPr>
          <p:cNvSpPr>
            <a:spLocks xmlns:a="http://schemas.openxmlformats.org/drawingml/2006/main" noGrp="1"/>
          </p:cNvSpPr>
          <p:nvPr/>
        </p:nvSpPr>
        <p:spPr>
          <a:xfrm xmlns:a="http://schemas.openxmlformats.org/drawingml/2006/main">
            <a:off x="666750" y="41433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7324D"/>
                </a:solidFill>
                <a:latin typeface="DejaVu Sans"/>
                <a:ea typeface="DejaVu Sans"/>
                <a:cs typeface="DejaVu Sans"/>
              </a:defRPr>
            </a:defPPr>
            <a:lvl1pPr>
              <a:defRPr sz="3600" b="1">
                <a:solidFill>
                  <a:srgbClr val="17324D"/>
                </a:solidFill>
                <a:latin typeface="DejaVu Sans"/>
                <a:ea typeface="DejaVu Sans"/>
                <a:cs typeface="DejaVu Sans"/>
              </a:defRPr>
            </a:lvl1pPr>
            <a:lvl2pPr>
              <a:defRPr sz="3600" b="1">
                <a:solidFill>
                  <a:srgbClr val="17324D"/>
                </a:solidFill>
                <a:latin typeface="DejaVu Sans"/>
                <a:ea typeface="DejaVu Sans"/>
                <a:cs typeface="DejaVu Sans"/>
              </a:defRPr>
            </a:lvl2pPr>
            <a:lvl3pPr>
              <a:defRPr sz="3600" b="1">
                <a:solidFill>
                  <a:srgbClr val="17324D"/>
                </a:solidFill>
                <a:latin typeface="DejaVu Sans"/>
                <a:ea typeface="DejaVu Sans"/>
                <a:cs typeface="DejaVu Sans"/>
              </a:defRPr>
            </a:lvl3pPr>
            <a:lvl4pPr>
              <a:defRPr sz="3600" b="1">
                <a:solidFill>
                  <a:srgbClr val="17324D"/>
                </a:solidFill>
                <a:latin typeface="DejaVu Sans"/>
                <a:ea typeface="DejaVu Sans"/>
                <a:cs typeface="DejaVu Sans"/>
              </a:defRPr>
            </a:lvl4pPr>
            <a:lvl5pPr>
              <a:defRPr sz="3600" b="1">
                <a:solidFill>
                  <a:srgbClr val="17324D"/>
                </a:solidFill>
                <a:latin typeface="DejaVu Sans"/>
                <a:ea typeface="DejaVu Sans"/>
                <a:cs typeface="DejaVu Sans"/>
              </a:defRPr>
            </a:lvl5pPr>
            <a:lvl6pPr>
              <a:defRPr sz="3600" b="1">
                <a:solidFill>
                  <a:srgbClr val="17324D"/>
                </a:solidFill>
                <a:latin typeface="DejaVu Sans"/>
                <a:ea typeface="DejaVu Sans"/>
                <a:cs typeface="DejaVu Sans"/>
              </a:defRPr>
            </a:lvl6pPr>
            <a:lvl7pPr>
              <a:defRPr sz="3600" b="1">
                <a:solidFill>
                  <a:srgbClr val="17324D"/>
                </a:solidFill>
                <a:latin typeface="DejaVu Sans"/>
                <a:ea typeface="DejaVu Sans"/>
                <a:cs typeface="DejaVu Sans"/>
              </a:defRPr>
            </a:lvl7pPr>
            <a:lvl8pPr>
              <a:defRPr sz="3600" b="1">
                <a:solidFill>
                  <a:srgbClr val="17324D"/>
                </a:solidFill>
                <a:latin typeface="DejaVu Sans"/>
                <a:ea typeface="DejaVu Sans"/>
                <a:cs typeface="DejaVu Sans"/>
              </a:defRPr>
            </a:lvl8pPr>
            <a:lvl9pPr>
              <a:defRPr sz="3600" b="1">
                <a:solidFill>
                  <a:srgbClr val="17324D"/>
                </a:solidFill>
                <a:latin typeface="DejaVu Sans"/>
                <a:ea typeface="DejaVu Sans"/>
                <a:cs typeface="DejaVu Sans"/>
              </a:defRPr>
            </a:lvl9pPr>
          </a:lstStyle>
          <a:p xmlns:a="http://schemas.openxmlformats.org/drawingml/2006/main">
            <a:pPr>
              <a:defRPr sz="3600" b="1">
                <a:solidFill>
                  <a:srgbClr val="17324D"/>
                </a:solidFill>
                <a:latin typeface="DejaVu Sans"/>
                <a:ea typeface="DejaVu Sans"/>
                <a:cs typeface="DejaVu Sans"/>
              </a:defRPr>
            </a:pPr>
            <a:r>
              <a:rPr sz="3600" b="1">
                <a:solidFill>
                  <a:srgbClr val="17324D"/>
                </a:solidFill>
                <a:latin typeface="DejaVu Sans"/>
                <a:ea typeface="DejaVu Sans"/>
                <a:cs typeface="DejaVu Sans"/>
              </a:rPr>
              <a:t>3</a:t>
            </a:r>
          </a:p>
        </p:txBody>
      </p:sp>
      <p:sp>
        <p:nvSpPr>
          <p:cNvPr id="11" name="text-10">
            <a:extLst xmlns:a="http://schemas.openxmlformats.org/drawingml/2006/main">
              <a:ext uri="{FF2B5EF4-FFF2-40B4-BE49-F238E27FC236}">
                <a16:creationId xmlns:a16="http://schemas.microsoft.com/office/drawing/2014/main" id="{E00C8B0F-BB3D-42CE-B4D5-C8A0CC88DFC2}"/>
              </a:ext>
            </a:extLst>
          </p:cNvPr>
          <p:cNvSpPr>
            <a:spLocks xmlns:a="http://schemas.openxmlformats.org/drawingml/2006/main" noGrp="1"/>
          </p:cNvSpPr>
          <p:nvPr/>
        </p:nvSpPr>
        <p:spPr>
          <a:xfrm xmlns:a="http://schemas.openxmlformats.org/drawingml/2006/main">
            <a:off x="1619250" y="4143375"/>
            <a:ext cx="942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DejaVu Sans"/>
                <a:ea typeface="DejaVu Sans"/>
                <a:cs typeface="DejaVu Sans"/>
              </a:defRPr>
            </a:defPPr>
            <a:lvl1pPr>
              <a:defRPr sz="2175" b="1">
                <a:solidFill>
                  <a:srgbClr val="17324D"/>
                </a:solidFill>
                <a:latin typeface="DejaVu Sans"/>
                <a:ea typeface="DejaVu Sans"/>
                <a:cs typeface="DejaVu Sans"/>
              </a:defRPr>
            </a:lvl1pPr>
            <a:lvl2pPr>
              <a:defRPr sz="2175" b="1">
                <a:solidFill>
                  <a:srgbClr val="17324D"/>
                </a:solidFill>
                <a:latin typeface="DejaVu Sans"/>
                <a:ea typeface="DejaVu Sans"/>
                <a:cs typeface="DejaVu Sans"/>
              </a:defRPr>
            </a:lvl2pPr>
            <a:lvl3pPr>
              <a:defRPr sz="2175" b="1">
                <a:solidFill>
                  <a:srgbClr val="17324D"/>
                </a:solidFill>
                <a:latin typeface="DejaVu Sans"/>
                <a:ea typeface="DejaVu Sans"/>
                <a:cs typeface="DejaVu Sans"/>
              </a:defRPr>
            </a:lvl3pPr>
            <a:lvl4pPr>
              <a:defRPr sz="2175" b="1">
                <a:solidFill>
                  <a:srgbClr val="17324D"/>
                </a:solidFill>
                <a:latin typeface="DejaVu Sans"/>
                <a:ea typeface="DejaVu Sans"/>
                <a:cs typeface="DejaVu Sans"/>
              </a:defRPr>
            </a:lvl4pPr>
            <a:lvl5pPr>
              <a:defRPr sz="2175" b="1">
                <a:solidFill>
                  <a:srgbClr val="17324D"/>
                </a:solidFill>
                <a:latin typeface="DejaVu Sans"/>
                <a:ea typeface="DejaVu Sans"/>
                <a:cs typeface="DejaVu Sans"/>
              </a:defRPr>
            </a:lvl5pPr>
            <a:lvl6pPr>
              <a:defRPr sz="2175" b="1">
                <a:solidFill>
                  <a:srgbClr val="17324D"/>
                </a:solidFill>
                <a:latin typeface="DejaVu Sans"/>
                <a:ea typeface="DejaVu Sans"/>
                <a:cs typeface="DejaVu Sans"/>
              </a:defRPr>
            </a:lvl6pPr>
            <a:lvl7pPr>
              <a:defRPr sz="2175" b="1">
                <a:solidFill>
                  <a:srgbClr val="17324D"/>
                </a:solidFill>
                <a:latin typeface="DejaVu Sans"/>
                <a:ea typeface="DejaVu Sans"/>
                <a:cs typeface="DejaVu Sans"/>
              </a:defRPr>
            </a:lvl7pPr>
            <a:lvl8pPr>
              <a:defRPr sz="2175" b="1">
                <a:solidFill>
                  <a:srgbClr val="17324D"/>
                </a:solidFill>
                <a:latin typeface="DejaVu Sans"/>
                <a:ea typeface="DejaVu Sans"/>
                <a:cs typeface="DejaVu Sans"/>
              </a:defRPr>
            </a:lvl8pPr>
            <a:lvl9pPr>
              <a:defRPr sz="2175" b="1">
                <a:solidFill>
                  <a:srgbClr val="17324D"/>
                </a:solidFill>
                <a:latin typeface="DejaVu Sans"/>
                <a:ea typeface="DejaVu Sans"/>
                <a:cs typeface="DejaVu Sans"/>
              </a:defRPr>
            </a:lvl9pPr>
          </a:lstStyle>
          <a:p xmlns:a="http://schemas.openxmlformats.org/drawingml/2006/main">
            <a:pPr>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Cada parada</a:t>
            </a:r>
          </a:p>
        </p:txBody>
      </p:sp>
      <p:sp>
        <p:nvSpPr>
          <p:cNvPr id="12" name="text-11">
            <a:extLst xmlns:a="http://schemas.openxmlformats.org/drawingml/2006/main">
              <a:ext uri="{FF2B5EF4-FFF2-40B4-BE49-F238E27FC236}">
                <a16:creationId xmlns:a16="http://schemas.microsoft.com/office/drawing/2014/main" id="{3842558B-191D-4FA9-995A-3949837DF651}"/>
              </a:ext>
            </a:extLst>
          </p:cNvPr>
          <p:cNvSpPr>
            <a:spLocks xmlns:a="http://schemas.openxmlformats.org/drawingml/2006/main" noGrp="1"/>
          </p:cNvSpPr>
          <p:nvPr/>
        </p:nvSpPr>
        <p:spPr>
          <a:xfrm xmlns:a="http://schemas.openxmlformats.org/drawingml/2006/main">
            <a:off x="1619250" y="4572000"/>
            <a:ext cx="942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C"/>
                </a:solidFill>
                <a:latin typeface="DejaVu Sans"/>
                <a:ea typeface="DejaVu Sans"/>
                <a:cs typeface="DejaVu Sans"/>
              </a:defRPr>
            </a:defPPr>
            <a:lvl1pPr>
              <a:defRPr sz="1875" b="0">
                <a:solidFill>
                  <a:srgbClr val="52677C"/>
                </a:solidFill>
                <a:latin typeface="DejaVu Sans"/>
                <a:ea typeface="DejaVu Sans"/>
                <a:cs typeface="DejaVu Sans"/>
              </a:defRPr>
            </a:lvl1pPr>
            <a:lvl2pPr>
              <a:defRPr sz="1875" b="0">
                <a:solidFill>
                  <a:srgbClr val="52677C"/>
                </a:solidFill>
                <a:latin typeface="DejaVu Sans"/>
                <a:ea typeface="DejaVu Sans"/>
                <a:cs typeface="DejaVu Sans"/>
              </a:defRPr>
            </a:lvl2pPr>
            <a:lvl3pPr>
              <a:defRPr sz="1875" b="0">
                <a:solidFill>
                  <a:srgbClr val="52677C"/>
                </a:solidFill>
                <a:latin typeface="DejaVu Sans"/>
                <a:ea typeface="DejaVu Sans"/>
                <a:cs typeface="DejaVu Sans"/>
              </a:defRPr>
            </a:lvl3pPr>
            <a:lvl4pPr>
              <a:defRPr sz="1875" b="0">
                <a:solidFill>
                  <a:srgbClr val="52677C"/>
                </a:solidFill>
                <a:latin typeface="DejaVu Sans"/>
                <a:ea typeface="DejaVu Sans"/>
                <a:cs typeface="DejaVu Sans"/>
              </a:defRPr>
            </a:lvl4pPr>
            <a:lvl5pPr>
              <a:defRPr sz="1875" b="0">
                <a:solidFill>
                  <a:srgbClr val="52677C"/>
                </a:solidFill>
                <a:latin typeface="DejaVu Sans"/>
                <a:ea typeface="DejaVu Sans"/>
                <a:cs typeface="DejaVu Sans"/>
              </a:defRPr>
            </a:lvl5pPr>
            <a:lvl6pPr>
              <a:defRPr sz="1875" b="0">
                <a:solidFill>
                  <a:srgbClr val="52677C"/>
                </a:solidFill>
                <a:latin typeface="DejaVu Sans"/>
                <a:ea typeface="DejaVu Sans"/>
                <a:cs typeface="DejaVu Sans"/>
              </a:defRPr>
            </a:lvl6pPr>
            <a:lvl7pPr>
              <a:defRPr sz="1875" b="0">
                <a:solidFill>
                  <a:srgbClr val="52677C"/>
                </a:solidFill>
                <a:latin typeface="DejaVu Sans"/>
                <a:ea typeface="DejaVu Sans"/>
                <a:cs typeface="DejaVu Sans"/>
              </a:defRPr>
            </a:lvl7pPr>
            <a:lvl8pPr>
              <a:defRPr sz="1875" b="0">
                <a:solidFill>
                  <a:srgbClr val="52677C"/>
                </a:solidFill>
                <a:latin typeface="DejaVu Sans"/>
                <a:ea typeface="DejaVu Sans"/>
                <a:cs typeface="DejaVu Sans"/>
              </a:defRPr>
            </a:lvl8pPr>
            <a:lvl9pPr>
              <a:defRPr sz="1875" b="0">
                <a:solidFill>
                  <a:srgbClr val="52677C"/>
                </a:solidFill>
                <a:latin typeface="DejaVu Sans"/>
                <a:ea typeface="DejaVu Sans"/>
                <a:cs typeface="DejaVu Sans"/>
              </a:defRPr>
            </a:lvl9pPr>
          </a:lstStyle>
          <a:p xmlns:a="http://schemas.openxmlformats.org/drawingml/2006/main">
            <a:pPr>
              <a:defRPr sz="1875" b="0">
                <a:solidFill>
                  <a:srgbClr val="52677C"/>
                </a:solidFill>
                <a:latin typeface="DejaVu Sans"/>
                <a:ea typeface="DejaVu Sans"/>
                <a:cs typeface="DejaVu Sans"/>
              </a:defRPr>
            </a:pPr>
            <a:r>
              <a:rPr sz="1875" b="0">
                <a:solidFill>
                  <a:srgbClr val="52677C"/>
                </a:solidFill>
                <a:latin typeface="DejaVu Sans"/>
                <a:ea typeface="DejaVu Sans"/>
                <a:cs typeface="DejaVu Sans"/>
              </a:rPr>
              <a:t>Registrar llegada, conteo de pasajeros y salida.</a:t>
            </a:r>
          </a:p>
        </p:txBody>
      </p:sp>
      <p:sp>
        <p:nvSpPr>
          <p:cNvPr id="13" name="text-12">
            <a:extLst xmlns:a="http://schemas.openxmlformats.org/drawingml/2006/main">
              <a:ext uri="{FF2B5EF4-FFF2-40B4-BE49-F238E27FC236}">
                <a16:creationId xmlns:a16="http://schemas.microsoft.com/office/drawing/2014/main" id="{E9686617-335B-456C-9CF7-53BB979CAD13}"/>
              </a:ext>
            </a:extLst>
          </p:cNvPr>
          <p:cNvSpPr>
            <a:spLocks xmlns:a="http://schemas.openxmlformats.org/drawingml/2006/main" noGrp="1"/>
          </p:cNvSpPr>
          <p:nvPr/>
        </p:nvSpPr>
        <p:spPr>
          <a:xfrm xmlns:a="http://schemas.openxmlformats.org/drawingml/2006/main">
            <a:off x="666750" y="50863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600" b="1">
                <a:solidFill>
                  <a:srgbClr val="17324D"/>
                </a:solidFill>
                <a:latin typeface="DejaVu Sans"/>
                <a:ea typeface="DejaVu Sans"/>
                <a:cs typeface="DejaVu Sans"/>
              </a:defRPr>
            </a:defPPr>
            <a:lvl1pPr>
              <a:defRPr sz="3600" b="1">
                <a:solidFill>
                  <a:srgbClr val="17324D"/>
                </a:solidFill>
                <a:latin typeface="DejaVu Sans"/>
                <a:ea typeface="DejaVu Sans"/>
                <a:cs typeface="DejaVu Sans"/>
              </a:defRPr>
            </a:lvl1pPr>
            <a:lvl2pPr>
              <a:defRPr sz="3600" b="1">
                <a:solidFill>
                  <a:srgbClr val="17324D"/>
                </a:solidFill>
                <a:latin typeface="DejaVu Sans"/>
                <a:ea typeface="DejaVu Sans"/>
                <a:cs typeface="DejaVu Sans"/>
              </a:defRPr>
            </a:lvl2pPr>
            <a:lvl3pPr>
              <a:defRPr sz="3600" b="1">
                <a:solidFill>
                  <a:srgbClr val="17324D"/>
                </a:solidFill>
                <a:latin typeface="DejaVu Sans"/>
                <a:ea typeface="DejaVu Sans"/>
                <a:cs typeface="DejaVu Sans"/>
              </a:defRPr>
            </a:lvl3pPr>
            <a:lvl4pPr>
              <a:defRPr sz="3600" b="1">
                <a:solidFill>
                  <a:srgbClr val="17324D"/>
                </a:solidFill>
                <a:latin typeface="DejaVu Sans"/>
                <a:ea typeface="DejaVu Sans"/>
                <a:cs typeface="DejaVu Sans"/>
              </a:defRPr>
            </a:lvl4pPr>
            <a:lvl5pPr>
              <a:defRPr sz="3600" b="1">
                <a:solidFill>
                  <a:srgbClr val="17324D"/>
                </a:solidFill>
                <a:latin typeface="DejaVu Sans"/>
                <a:ea typeface="DejaVu Sans"/>
                <a:cs typeface="DejaVu Sans"/>
              </a:defRPr>
            </a:lvl5pPr>
            <a:lvl6pPr>
              <a:defRPr sz="3600" b="1">
                <a:solidFill>
                  <a:srgbClr val="17324D"/>
                </a:solidFill>
                <a:latin typeface="DejaVu Sans"/>
                <a:ea typeface="DejaVu Sans"/>
                <a:cs typeface="DejaVu Sans"/>
              </a:defRPr>
            </a:lvl6pPr>
            <a:lvl7pPr>
              <a:defRPr sz="3600" b="1">
                <a:solidFill>
                  <a:srgbClr val="17324D"/>
                </a:solidFill>
                <a:latin typeface="DejaVu Sans"/>
                <a:ea typeface="DejaVu Sans"/>
                <a:cs typeface="DejaVu Sans"/>
              </a:defRPr>
            </a:lvl7pPr>
            <a:lvl8pPr>
              <a:defRPr sz="3600" b="1">
                <a:solidFill>
                  <a:srgbClr val="17324D"/>
                </a:solidFill>
                <a:latin typeface="DejaVu Sans"/>
                <a:ea typeface="DejaVu Sans"/>
                <a:cs typeface="DejaVu Sans"/>
              </a:defRPr>
            </a:lvl8pPr>
            <a:lvl9pPr>
              <a:defRPr sz="3600" b="1">
                <a:solidFill>
                  <a:srgbClr val="17324D"/>
                </a:solidFill>
                <a:latin typeface="DejaVu Sans"/>
                <a:ea typeface="DejaVu Sans"/>
                <a:cs typeface="DejaVu Sans"/>
              </a:defRPr>
            </a:lvl9pPr>
          </a:lstStyle>
          <a:p xmlns:a="http://schemas.openxmlformats.org/drawingml/2006/main">
            <a:pPr>
              <a:defRPr sz="3600" b="1">
                <a:solidFill>
                  <a:srgbClr val="17324D"/>
                </a:solidFill>
                <a:latin typeface="DejaVu Sans"/>
                <a:ea typeface="DejaVu Sans"/>
                <a:cs typeface="DejaVu Sans"/>
              </a:defRPr>
            </a:pPr>
            <a:r>
              <a:rPr sz="3600" b="1">
                <a:solidFill>
                  <a:srgbClr val="17324D"/>
                </a:solidFill>
                <a:latin typeface="DejaVu Sans"/>
                <a:ea typeface="DejaVu Sans"/>
                <a:cs typeface="DejaVu Sans"/>
              </a:rPr>
              <a:t>4</a:t>
            </a:r>
          </a:p>
        </p:txBody>
      </p:sp>
      <p:sp>
        <p:nvSpPr>
          <p:cNvPr id="14" name="text-13">
            <a:extLst xmlns:a="http://schemas.openxmlformats.org/drawingml/2006/main">
              <a:ext uri="{FF2B5EF4-FFF2-40B4-BE49-F238E27FC236}">
                <a16:creationId xmlns:a16="http://schemas.microsoft.com/office/drawing/2014/main" id="{85442E1C-982D-4F50-9E84-417B8022C16D}"/>
              </a:ext>
            </a:extLst>
          </p:cNvPr>
          <p:cNvSpPr>
            <a:spLocks xmlns:a="http://schemas.openxmlformats.org/drawingml/2006/main" noGrp="1"/>
          </p:cNvSpPr>
          <p:nvPr/>
        </p:nvSpPr>
        <p:spPr>
          <a:xfrm xmlns:a="http://schemas.openxmlformats.org/drawingml/2006/main">
            <a:off x="1619250" y="5086350"/>
            <a:ext cx="942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DejaVu Sans"/>
                <a:ea typeface="DejaVu Sans"/>
                <a:cs typeface="DejaVu Sans"/>
              </a:defRPr>
            </a:defPPr>
            <a:lvl1pPr>
              <a:defRPr sz="2175" b="1">
                <a:solidFill>
                  <a:srgbClr val="17324D"/>
                </a:solidFill>
                <a:latin typeface="DejaVu Sans"/>
                <a:ea typeface="DejaVu Sans"/>
                <a:cs typeface="DejaVu Sans"/>
              </a:defRPr>
            </a:lvl1pPr>
            <a:lvl2pPr>
              <a:defRPr sz="2175" b="1">
                <a:solidFill>
                  <a:srgbClr val="17324D"/>
                </a:solidFill>
                <a:latin typeface="DejaVu Sans"/>
                <a:ea typeface="DejaVu Sans"/>
                <a:cs typeface="DejaVu Sans"/>
              </a:defRPr>
            </a:lvl2pPr>
            <a:lvl3pPr>
              <a:defRPr sz="2175" b="1">
                <a:solidFill>
                  <a:srgbClr val="17324D"/>
                </a:solidFill>
                <a:latin typeface="DejaVu Sans"/>
                <a:ea typeface="DejaVu Sans"/>
                <a:cs typeface="DejaVu Sans"/>
              </a:defRPr>
            </a:lvl3pPr>
            <a:lvl4pPr>
              <a:defRPr sz="2175" b="1">
                <a:solidFill>
                  <a:srgbClr val="17324D"/>
                </a:solidFill>
                <a:latin typeface="DejaVu Sans"/>
                <a:ea typeface="DejaVu Sans"/>
                <a:cs typeface="DejaVu Sans"/>
              </a:defRPr>
            </a:lvl4pPr>
            <a:lvl5pPr>
              <a:defRPr sz="2175" b="1">
                <a:solidFill>
                  <a:srgbClr val="17324D"/>
                </a:solidFill>
                <a:latin typeface="DejaVu Sans"/>
                <a:ea typeface="DejaVu Sans"/>
                <a:cs typeface="DejaVu Sans"/>
              </a:defRPr>
            </a:lvl5pPr>
            <a:lvl6pPr>
              <a:defRPr sz="2175" b="1">
                <a:solidFill>
                  <a:srgbClr val="17324D"/>
                </a:solidFill>
                <a:latin typeface="DejaVu Sans"/>
                <a:ea typeface="DejaVu Sans"/>
                <a:cs typeface="DejaVu Sans"/>
              </a:defRPr>
            </a:lvl6pPr>
            <a:lvl7pPr>
              <a:defRPr sz="2175" b="1">
                <a:solidFill>
                  <a:srgbClr val="17324D"/>
                </a:solidFill>
                <a:latin typeface="DejaVu Sans"/>
                <a:ea typeface="DejaVu Sans"/>
                <a:cs typeface="DejaVu Sans"/>
              </a:defRPr>
            </a:lvl7pPr>
            <a:lvl8pPr>
              <a:defRPr sz="2175" b="1">
                <a:solidFill>
                  <a:srgbClr val="17324D"/>
                </a:solidFill>
                <a:latin typeface="DejaVu Sans"/>
                <a:ea typeface="DejaVu Sans"/>
                <a:cs typeface="DejaVu Sans"/>
              </a:defRPr>
            </a:lvl8pPr>
            <a:lvl9pPr>
              <a:defRPr sz="2175" b="1">
                <a:solidFill>
                  <a:srgbClr val="17324D"/>
                </a:solidFill>
                <a:latin typeface="DejaVu Sans"/>
                <a:ea typeface="DejaVu Sans"/>
                <a:cs typeface="DejaVu Sans"/>
              </a:defRPr>
            </a:lvl9pPr>
          </a:lstStyle>
          <a:p xmlns:a="http://schemas.openxmlformats.org/drawingml/2006/main">
            <a:pPr>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Cierre</a:t>
            </a:r>
          </a:p>
        </p:txBody>
      </p:sp>
      <p:sp>
        <p:nvSpPr>
          <p:cNvPr id="15" name="text-14">
            <a:extLst xmlns:a="http://schemas.openxmlformats.org/drawingml/2006/main">
              <a:ext uri="{FF2B5EF4-FFF2-40B4-BE49-F238E27FC236}">
                <a16:creationId xmlns:a16="http://schemas.microsoft.com/office/drawing/2014/main" id="{69DF4926-2630-41E8-AB27-5A6F7D29A67C}"/>
              </a:ext>
            </a:extLst>
          </p:cNvPr>
          <p:cNvSpPr>
            <a:spLocks xmlns:a="http://schemas.openxmlformats.org/drawingml/2006/main" noGrp="1"/>
          </p:cNvSpPr>
          <p:nvPr/>
        </p:nvSpPr>
        <p:spPr>
          <a:xfrm xmlns:a="http://schemas.openxmlformats.org/drawingml/2006/main">
            <a:off x="1619250" y="5514975"/>
            <a:ext cx="942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C"/>
                </a:solidFill>
                <a:latin typeface="DejaVu Sans"/>
                <a:ea typeface="DejaVu Sans"/>
                <a:cs typeface="DejaVu Sans"/>
              </a:defRPr>
            </a:defPPr>
            <a:lvl1pPr>
              <a:defRPr sz="1875" b="0">
                <a:solidFill>
                  <a:srgbClr val="52677C"/>
                </a:solidFill>
                <a:latin typeface="DejaVu Sans"/>
                <a:ea typeface="DejaVu Sans"/>
                <a:cs typeface="DejaVu Sans"/>
              </a:defRPr>
            </a:lvl1pPr>
            <a:lvl2pPr>
              <a:defRPr sz="1875" b="0">
                <a:solidFill>
                  <a:srgbClr val="52677C"/>
                </a:solidFill>
                <a:latin typeface="DejaVu Sans"/>
                <a:ea typeface="DejaVu Sans"/>
                <a:cs typeface="DejaVu Sans"/>
              </a:defRPr>
            </a:lvl2pPr>
            <a:lvl3pPr>
              <a:defRPr sz="1875" b="0">
                <a:solidFill>
                  <a:srgbClr val="52677C"/>
                </a:solidFill>
                <a:latin typeface="DejaVu Sans"/>
                <a:ea typeface="DejaVu Sans"/>
                <a:cs typeface="DejaVu Sans"/>
              </a:defRPr>
            </a:lvl3pPr>
            <a:lvl4pPr>
              <a:defRPr sz="1875" b="0">
                <a:solidFill>
                  <a:srgbClr val="52677C"/>
                </a:solidFill>
                <a:latin typeface="DejaVu Sans"/>
                <a:ea typeface="DejaVu Sans"/>
                <a:cs typeface="DejaVu Sans"/>
              </a:defRPr>
            </a:lvl4pPr>
            <a:lvl5pPr>
              <a:defRPr sz="1875" b="0">
                <a:solidFill>
                  <a:srgbClr val="52677C"/>
                </a:solidFill>
                <a:latin typeface="DejaVu Sans"/>
                <a:ea typeface="DejaVu Sans"/>
                <a:cs typeface="DejaVu Sans"/>
              </a:defRPr>
            </a:lvl5pPr>
            <a:lvl6pPr>
              <a:defRPr sz="1875" b="0">
                <a:solidFill>
                  <a:srgbClr val="52677C"/>
                </a:solidFill>
                <a:latin typeface="DejaVu Sans"/>
                <a:ea typeface="DejaVu Sans"/>
                <a:cs typeface="DejaVu Sans"/>
              </a:defRPr>
            </a:lvl6pPr>
            <a:lvl7pPr>
              <a:defRPr sz="1875" b="0">
                <a:solidFill>
                  <a:srgbClr val="52677C"/>
                </a:solidFill>
                <a:latin typeface="DejaVu Sans"/>
                <a:ea typeface="DejaVu Sans"/>
                <a:cs typeface="DejaVu Sans"/>
              </a:defRPr>
            </a:lvl7pPr>
            <a:lvl8pPr>
              <a:defRPr sz="1875" b="0">
                <a:solidFill>
                  <a:srgbClr val="52677C"/>
                </a:solidFill>
                <a:latin typeface="DejaVu Sans"/>
                <a:ea typeface="DejaVu Sans"/>
                <a:cs typeface="DejaVu Sans"/>
              </a:defRPr>
            </a:lvl8pPr>
            <a:lvl9pPr>
              <a:defRPr sz="1875" b="0">
                <a:solidFill>
                  <a:srgbClr val="52677C"/>
                </a:solidFill>
                <a:latin typeface="DejaVu Sans"/>
                <a:ea typeface="DejaVu Sans"/>
                <a:cs typeface="DejaVu Sans"/>
              </a:defRPr>
            </a:lvl9pPr>
          </a:lstStyle>
          <a:p xmlns:a="http://schemas.openxmlformats.org/drawingml/2006/main">
            <a:pPr>
              <a:defRPr sz="1875" b="0">
                <a:solidFill>
                  <a:srgbClr val="52677C"/>
                </a:solidFill>
                <a:latin typeface="DejaVu Sans"/>
                <a:ea typeface="DejaVu Sans"/>
                <a:cs typeface="DejaVu Sans"/>
              </a:defRPr>
            </a:pPr>
            <a:r>
              <a:rPr sz="1875" b="0">
                <a:solidFill>
                  <a:srgbClr val="52677C"/>
                </a:solidFill>
                <a:latin typeface="DejaVu Sans"/>
                <a:ea typeface="DejaVu Sans"/>
                <a:cs typeface="DejaVu Sans"/>
              </a:rPr>
              <a:t>Finalizar el recorrido y consultar su historial.</a:t>
            </a:r>
          </a:p>
        </p:txBody>
      </p:sp>
    </p:spTree>
    <p:extLst>
      <p:ext uri="{BB962C8B-B14F-4D97-AF65-F5344CB8AC3E}">
        <p14:creationId xmlns:p14="http://schemas.microsoft.com/office/powerpoint/2010/main" val="2024609504"/>
      </p:ext>
    </p:extLst>
  </p:cSld>
</p:sld>
</file>

<file path=ppt/slides/slide6.xml><?xml version="1.0" encoding="utf-8"?>
<p:sld xmlns:p="http://schemas.openxmlformats.org/presentationml/2006/main">
  <p:cSld>
    <p:bg>
      <p:bgPr>
        <a:solidFill xmlns:a="http://schemas.openxmlformats.org/drawingml/2006/main">
          <a:srgbClr val="243B53"/>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60691E1-D2CE-4839-8C4D-9103D486C146}"/>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DejaVu Sans"/>
                <a:ea typeface="DejaVu Sans"/>
                <a:cs typeface="DejaVu Sans"/>
              </a:defRPr>
            </a:defPPr>
            <a:lvl1pPr>
              <a:defRPr sz="3300" b="1">
                <a:solidFill>
                  <a:srgbClr val="FFFFFF"/>
                </a:solidFill>
                <a:latin typeface="DejaVu Sans"/>
                <a:ea typeface="DejaVu Sans"/>
                <a:cs typeface="DejaVu Sans"/>
              </a:defRPr>
            </a:lvl1pPr>
            <a:lvl2pPr>
              <a:defRPr sz="3300" b="1">
                <a:solidFill>
                  <a:srgbClr val="FFFFFF"/>
                </a:solidFill>
                <a:latin typeface="DejaVu Sans"/>
                <a:ea typeface="DejaVu Sans"/>
                <a:cs typeface="DejaVu Sans"/>
              </a:defRPr>
            </a:lvl2pPr>
            <a:lvl3pPr>
              <a:defRPr sz="3300" b="1">
                <a:solidFill>
                  <a:srgbClr val="FFFFFF"/>
                </a:solidFill>
                <a:latin typeface="DejaVu Sans"/>
                <a:ea typeface="DejaVu Sans"/>
                <a:cs typeface="DejaVu Sans"/>
              </a:defRPr>
            </a:lvl3pPr>
            <a:lvl4pPr>
              <a:defRPr sz="3300" b="1">
                <a:solidFill>
                  <a:srgbClr val="FFFFFF"/>
                </a:solidFill>
                <a:latin typeface="DejaVu Sans"/>
                <a:ea typeface="DejaVu Sans"/>
                <a:cs typeface="DejaVu Sans"/>
              </a:defRPr>
            </a:lvl4pPr>
            <a:lvl5pPr>
              <a:defRPr sz="3300" b="1">
                <a:solidFill>
                  <a:srgbClr val="FFFFFF"/>
                </a:solidFill>
                <a:latin typeface="DejaVu Sans"/>
                <a:ea typeface="DejaVu Sans"/>
                <a:cs typeface="DejaVu Sans"/>
              </a:defRPr>
            </a:lvl5pPr>
            <a:lvl6pPr>
              <a:defRPr sz="3300" b="1">
                <a:solidFill>
                  <a:srgbClr val="FFFFFF"/>
                </a:solidFill>
                <a:latin typeface="DejaVu Sans"/>
                <a:ea typeface="DejaVu Sans"/>
                <a:cs typeface="DejaVu Sans"/>
              </a:defRPr>
            </a:lvl6pPr>
            <a:lvl7pPr>
              <a:defRPr sz="3300" b="1">
                <a:solidFill>
                  <a:srgbClr val="FFFFFF"/>
                </a:solidFill>
                <a:latin typeface="DejaVu Sans"/>
                <a:ea typeface="DejaVu Sans"/>
                <a:cs typeface="DejaVu Sans"/>
              </a:defRPr>
            </a:lvl7pPr>
            <a:lvl8pPr>
              <a:defRPr sz="3300" b="1">
                <a:solidFill>
                  <a:srgbClr val="FFFFFF"/>
                </a:solidFill>
                <a:latin typeface="DejaVu Sans"/>
                <a:ea typeface="DejaVu Sans"/>
                <a:cs typeface="DejaVu Sans"/>
              </a:defRPr>
            </a:lvl8pPr>
            <a:lvl9pPr>
              <a:defRPr sz="3300" b="1">
                <a:solidFill>
                  <a:srgbClr val="FFFFFF"/>
                </a:solidFill>
                <a:latin typeface="DejaVu Sans"/>
                <a:ea typeface="DejaVu Sans"/>
                <a:cs typeface="DejaVu Sans"/>
              </a:defRPr>
            </a:lvl9pPr>
          </a:lstStyle>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Reglas críticas de operación</a:t>
            </a:r>
          </a:p>
        </p:txBody>
      </p:sp>
      <p:sp>
        <p:nvSpPr>
          <p:cNvPr id="2" name="text-1">
            <a:extLst xmlns:a="http://schemas.openxmlformats.org/drawingml/2006/main">
              <a:ext uri="{FF2B5EF4-FFF2-40B4-BE49-F238E27FC236}">
                <a16:creationId xmlns:a16="http://schemas.microsoft.com/office/drawing/2014/main" id="{6D45F49A-C961-492F-97B7-A102E5511189}"/>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DBE6EE"/>
                </a:solidFill>
                <a:latin typeface="DejaVu Sans"/>
                <a:ea typeface="DejaVu Sans"/>
                <a:cs typeface="DejaVu Sans"/>
              </a:defRPr>
            </a:defPPr>
            <a:lvl1pPr>
              <a:defRPr sz="1200" b="0">
                <a:solidFill>
                  <a:srgbClr val="DBE6EE"/>
                </a:solidFill>
                <a:latin typeface="DejaVu Sans"/>
                <a:ea typeface="DejaVu Sans"/>
                <a:cs typeface="DejaVu Sans"/>
              </a:defRPr>
            </a:lvl1pPr>
            <a:lvl2pPr>
              <a:defRPr sz="1200" b="0">
                <a:solidFill>
                  <a:srgbClr val="DBE6EE"/>
                </a:solidFill>
                <a:latin typeface="DejaVu Sans"/>
                <a:ea typeface="DejaVu Sans"/>
                <a:cs typeface="DejaVu Sans"/>
              </a:defRPr>
            </a:lvl2pPr>
            <a:lvl3pPr>
              <a:defRPr sz="1200" b="0">
                <a:solidFill>
                  <a:srgbClr val="DBE6EE"/>
                </a:solidFill>
                <a:latin typeface="DejaVu Sans"/>
                <a:ea typeface="DejaVu Sans"/>
                <a:cs typeface="DejaVu Sans"/>
              </a:defRPr>
            </a:lvl3pPr>
            <a:lvl4pPr>
              <a:defRPr sz="1200" b="0">
                <a:solidFill>
                  <a:srgbClr val="DBE6EE"/>
                </a:solidFill>
                <a:latin typeface="DejaVu Sans"/>
                <a:ea typeface="DejaVu Sans"/>
                <a:cs typeface="DejaVu Sans"/>
              </a:defRPr>
            </a:lvl4pPr>
            <a:lvl5pPr>
              <a:defRPr sz="1200" b="0">
                <a:solidFill>
                  <a:srgbClr val="DBE6EE"/>
                </a:solidFill>
                <a:latin typeface="DejaVu Sans"/>
                <a:ea typeface="DejaVu Sans"/>
                <a:cs typeface="DejaVu Sans"/>
              </a:defRPr>
            </a:lvl5pPr>
            <a:lvl6pPr>
              <a:defRPr sz="1200" b="0">
                <a:solidFill>
                  <a:srgbClr val="DBE6EE"/>
                </a:solidFill>
                <a:latin typeface="DejaVu Sans"/>
                <a:ea typeface="DejaVu Sans"/>
                <a:cs typeface="DejaVu Sans"/>
              </a:defRPr>
            </a:lvl6pPr>
            <a:lvl7pPr>
              <a:defRPr sz="1200" b="0">
                <a:solidFill>
                  <a:srgbClr val="DBE6EE"/>
                </a:solidFill>
                <a:latin typeface="DejaVu Sans"/>
                <a:ea typeface="DejaVu Sans"/>
                <a:cs typeface="DejaVu Sans"/>
              </a:defRPr>
            </a:lvl7pPr>
            <a:lvl8pPr>
              <a:defRPr sz="1200" b="0">
                <a:solidFill>
                  <a:srgbClr val="DBE6EE"/>
                </a:solidFill>
                <a:latin typeface="DejaVu Sans"/>
                <a:ea typeface="DejaVu Sans"/>
                <a:cs typeface="DejaVu Sans"/>
              </a:defRPr>
            </a:lvl8pPr>
            <a:lvl9pPr>
              <a:defRPr sz="1200" b="0">
                <a:solidFill>
                  <a:srgbClr val="DBE6EE"/>
                </a:solidFill>
                <a:latin typeface="DejaVu Sans"/>
                <a:ea typeface="DejaVu Sans"/>
                <a:cs typeface="DejaVu Sans"/>
              </a:defRPr>
            </a:lvl9pPr>
          </a:lstStyle>
          <a:p xmlns:a="http://schemas.openxmlformats.org/drawingml/2006/main">
            <a:pPr>
              <a:defRPr sz="1200" b="0">
                <a:solidFill>
                  <a:srgbClr val="DBE6EE"/>
                </a:solidFill>
                <a:latin typeface="DejaVu Sans"/>
                <a:ea typeface="DejaVu Sans"/>
                <a:cs typeface="DejaVu Sans"/>
              </a:defRPr>
            </a:pPr>
            <a:r>
              <a:rPr sz="1200" b="0">
                <a:solidFill>
                  <a:srgbClr val="DBE6EE"/>
                </a:solidFill>
                <a:latin typeface="DejaVu Sans"/>
                <a:ea typeface="DejaVu Sans"/>
                <a:cs typeface="DejaVu Sans"/>
              </a:rPr>
              <a:t>06</a:t>
            </a:r>
          </a:p>
        </p:txBody>
      </p:sp>
      <p:sp>
        <p:nvSpPr>
          <p:cNvPr id="3" name="text-2">
            <a:extLst xmlns:a="http://schemas.openxmlformats.org/drawingml/2006/main">
              <a:ext uri="{FF2B5EF4-FFF2-40B4-BE49-F238E27FC236}">
                <a16:creationId xmlns:a16="http://schemas.microsoft.com/office/drawing/2014/main" id="{72D8E794-9FAF-4AAA-8600-28F4216E704A}"/>
              </a:ext>
            </a:extLst>
          </p:cNvPr>
          <p:cNvSpPr>
            <a:spLocks xmlns:a="http://schemas.openxmlformats.org/drawingml/2006/main" noGrp="1"/>
          </p:cNvSpPr>
          <p:nvPr/>
        </p:nvSpPr>
        <p:spPr>
          <a:xfrm xmlns:a="http://schemas.openxmlformats.org/drawingml/2006/main">
            <a:off x="666750" y="1952625"/>
            <a:ext cx="2571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7D700"/>
                </a:solidFill>
                <a:latin typeface="DejaVu Sans"/>
                <a:ea typeface="DejaVu Sans"/>
                <a:cs typeface="DejaVu Sans"/>
              </a:defRPr>
            </a:defPPr>
            <a:lvl1pPr>
              <a:defRPr sz="4500" b="1">
                <a:solidFill>
                  <a:srgbClr val="97D700"/>
                </a:solidFill>
                <a:latin typeface="DejaVu Sans"/>
                <a:ea typeface="DejaVu Sans"/>
                <a:cs typeface="DejaVu Sans"/>
              </a:defRPr>
            </a:lvl1pPr>
            <a:lvl2pPr>
              <a:defRPr sz="4500" b="1">
                <a:solidFill>
                  <a:srgbClr val="97D700"/>
                </a:solidFill>
                <a:latin typeface="DejaVu Sans"/>
                <a:ea typeface="DejaVu Sans"/>
                <a:cs typeface="DejaVu Sans"/>
              </a:defRPr>
            </a:lvl2pPr>
            <a:lvl3pPr>
              <a:defRPr sz="4500" b="1">
                <a:solidFill>
                  <a:srgbClr val="97D700"/>
                </a:solidFill>
                <a:latin typeface="DejaVu Sans"/>
                <a:ea typeface="DejaVu Sans"/>
                <a:cs typeface="DejaVu Sans"/>
              </a:defRPr>
            </a:lvl3pPr>
            <a:lvl4pPr>
              <a:defRPr sz="4500" b="1">
                <a:solidFill>
                  <a:srgbClr val="97D700"/>
                </a:solidFill>
                <a:latin typeface="DejaVu Sans"/>
                <a:ea typeface="DejaVu Sans"/>
                <a:cs typeface="DejaVu Sans"/>
              </a:defRPr>
            </a:lvl4pPr>
            <a:lvl5pPr>
              <a:defRPr sz="4500" b="1">
                <a:solidFill>
                  <a:srgbClr val="97D700"/>
                </a:solidFill>
                <a:latin typeface="DejaVu Sans"/>
                <a:ea typeface="DejaVu Sans"/>
                <a:cs typeface="DejaVu Sans"/>
              </a:defRPr>
            </a:lvl5pPr>
            <a:lvl6pPr>
              <a:defRPr sz="4500" b="1">
                <a:solidFill>
                  <a:srgbClr val="97D700"/>
                </a:solidFill>
                <a:latin typeface="DejaVu Sans"/>
                <a:ea typeface="DejaVu Sans"/>
                <a:cs typeface="DejaVu Sans"/>
              </a:defRPr>
            </a:lvl6pPr>
            <a:lvl7pPr>
              <a:defRPr sz="4500" b="1">
                <a:solidFill>
                  <a:srgbClr val="97D700"/>
                </a:solidFill>
                <a:latin typeface="DejaVu Sans"/>
                <a:ea typeface="DejaVu Sans"/>
                <a:cs typeface="DejaVu Sans"/>
              </a:defRPr>
            </a:lvl7pPr>
            <a:lvl8pPr>
              <a:defRPr sz="4500" b="1">
                <a:solidFill>
                  <a:srgbClr val="97D700"/>
                </a:solidFill>
                <a:latin typeface="DejaVu Sans"/>
                <a:ea typeface="DejaVu Sans"/>
                <a:cs typeface="DejaVu Sans"/>
              </a:defRPr>
            </a:lvl8pPr>
            <a:lvl9pPr>
              <a:defRPr sz="4500" b="1">
                <a:solidFill>
                  <a:srgbClr val="97D700"/>
                </a:solidFill>
                <a:latin typeface="DejaVu Sans"/>
                <a:ea typeface="DejaVu Sans"/>
                <a:cs typeface="DejaVu Sans"/>
              </a:defRPr>
            </a:lvl9pPr>
          </a:lstStyle>
          <a:p xmlns:a="http://schemas.openxmlformats.org/drawingml/2006/main">
            <a:pPr>
              <a:defRPr sz="4500" b="1">
                <a:solidFill>
                  <a:srgbClr val="97D700"/>
                </a:solidFill>
                <a:latin typeface="DejaVu Sans"/>
                <a:ea typeface="DejaVu Sans"/>
                <a:cs typeface="DejaVu Sans"/>
              </a:defRPr>
            </a:pPr>
            <a:r>
              <a:rPr sz="4500" b="1">
                <a:solidFill>
                  <a:srgbClr val="97D700"/>
                </a:solidFill>
                <a:latin typeface="DejaVu Sans"/>
                <a:ea typeface="DejaVu Sans"/>
                <a:cs typeface="DejaVu Sans"/>
              </a:rPr>
              <a:t>150 %</a:t>
            </a:r>
          </a:p>
        </p:txBody>
      </p:sp>
      <p:sp>
        <p:nvSpPr>
          <p:cNvPr id="4" name="text-3">
            <a:extLst xmlns:a="http://schemas.openxmlformats.org/drawingml/2006/main">
              <a:ext uri="{FF2B5EF4-FFF2-40B4-BE49-F238E27FC236}">
                <a16:creationId xmlns:a16="http://schemas.microsoft.com/office/drawing/2014/main" id="{9274E976-B330-4C54-BE15-1B131251BD4E}"/>
              </a:ext>
            </a:extLst>
          </p:cNvPr>
          <p:cNvSpPr>
            <a:spLocks xmlns:a="http://schemas.openxmlformats.org/drawingml/2006/main" noGrp="1"/>
          </p:cNvSpPr>
          <p:nvPr/>
        </p:nvSpPr>
        <p:spPr>
          <a:xfrm xmlns:a="http://schemas.openxmlformats.org/drawingml/2006/main">
            <a:off x="3714750" y="1990725"/>
            <a:ext cx="762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DejaVu Sans"/>
                <a:ea typeface="DejaVu Sans"/>
                <a:cs typeface="DejaVu Sans"/>
              </a:defRPr>
            </a:defPPr>
            <a:lvl1pPr>
              <a:defRPr sz="2100" b="0">
                <a:solidFill>
                  <a:srgbClr val="FFFFFF"/>
                </a:solidFill>
                <a:latin typeface="DejaVu Sans"/>
                <a:ea typeface="DejaVu Sans"/>
                <a:cs typeface="DejaVu Sans"/>
              </a:defRPr>
            </a:lvl1pPr>
            <a:lvl2pPr>
              <a:defRPr sz="2100" b="0">
                <a:solidFill>
                  <a:srgbClr val="FFFFFF"/>
                </a:solidFill>
                <a:latin typeface="DejaVu Sans"/>
                <a:ea typeface="DejaVu Sans"/>
                <a:cs typeface="DejaVu Sans"/>
              </a:defRPr>
            </a:lvl2pPr>
            <a:lvl3pPr>
              <a:defRPr sz="2100" b="0">
                <a:solidFill>
                  <a:srgbClr val="FFFFFF"/>
                </a:solidFill>
                <a:latin typeface="DejaVu Sans"/>
                <a:ea typeface="DejaVu Sans"/>
                <a:cs typeface="DejaVu Sans"/>
              </a:defRPr>
            </a:lvl3pPr>
            <a:lvl4pPr>
              <a:defRPr sz="2100" b="0">
                <a:solidFill>
                  <a:srgbClr val="FFFFFF"/>
                </a:solidFill>
                <a:latin typeface="DejaVu Sans"/>
                <a:ea typeface="DejaVu Sans"/>
                <a:cs typeface="DejaVu Sans"/>
              </a:defRPr>
            </a:lvl4pPr>
            <a:lvl5pPr>
              <a:defRPr sz="2100" b="0">
                <a:solidFill>
                  <a:srgbClr val="FFFFFF"/>
                </a:solidFill>
                <a:latin typeface="DejaVu Sans"/>
                <a:ea typeface="DejaVu Sans"/>
                <a:cs typeface="DejaVu Sans"/>
              </a:defRPr>
            </a:lvl5pPr>
            <a:lvl6pPr>
              <a:defRPr sz="2100" b="0">
                <a:solidFill>
                  <a:srgbClr val="FFFFFF"/>
                </a:solidFill>
                <a:latin typeface="DejaVu Sans"/>
                <a:ea typeface="DejaVu Sans"/>
                <a:cs typeface="DejaVu Sans"/>
              </a:defRPr>
            </a:lvl6pPr>
            <a:lvl7pPr>
              <a:defRPr sz="2100" b="0">
                <a:solidFill>
                  <a:srgbClr val="FFFFFF"/>
                </a:solidFill>
                <a:latin typeface="DejaVu Sans"/>
                <a:ea typeface="DejaVu Sans"/>
                <a:cs typeface="DejaVu Sans"/>
              </a:defRPr>
            </a:lvl7pPr>
            <a:lvl8pPr>
              <a:defRPr sz="2100" b="0">
                <a:solidFill>
                  <a:srgbClr val="FFFFFF"/>
                </a:solidFill>
                <a:latin typeface="DejaVu Sans"/>
                <a:ea typeface="DejaVu Sans"/>
                <a:cs typeface="DejaVu Sans"/>
              </a:defRPr>
            </a:lvl8pPr>
            <a:lvl9pPr>
              <a:defRPr sz="2100" b="0">
                <a:solidFill>
                  <a:srgbClr val="FFFFFF"/>
                </a:solidFill>
                <a:latin typeface="DejaVu Sans"/>
                <a:ea typeface="DejaVu Sans"/>
                <a:cs typeface="DejaVu Sans"/>
              </a:defRPr>
            </a:lvl9pPr>
          </a:lstStyle>
          <a:p xmlns:a="http://schemas.openxmlformats.org/drawingml/2006/main">
            <a:pPr>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Alerta cuando la estación alcanza ese porcentaje de su capacidad de referencia.</a:t>
            </a:r>
          </a:p>
        </p:txBody>
      </p:sp>
      <p:sp>
        <p:nvSpPr>
          <p:cNvPr id="5" name="text-4">
            <a:extLst xmlns:a="http://schemas.openxmlformats.org/drawingml/2006/main">
              <a:ext uri="{FF2B5EF4-FFF2-40B4-BE49-F238E27FC236}">
                <a16:creationId xmlns:a16="http://schemas.microsoft.com/office/drawing/2014/main" id="{12018CC2-B1A4-4772-993C-566A404FB669}"/>
              </a:ext>
            </a:extLst>
          </p:cNvPr>
          <p:cNvSpPr>
            <a:spLocks xmlns:a="http://schemas.openxmlformats.org/drawingml/2006/main" noGrp="1"/>
          </p:cNvSpPr>
          <p:nvPr/>
        </p:nvSpPr>
        <p:spPr>
          <a:xfrm xmlns:a="http://schemas.openxmlformats.org/drawingml/2006/main">
            <a:off x="666750" y="3333750"/>
            <a:ext cx="2571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7D700"/>
                </a:solidFill>
                <a:latin typeface="DejaVu Sans"/>
                <a:ea typeface="DejaVu Sans"/>
                <a:cs typeface="DejaVu Sans"/>
              </a:defRPr>
            </a:defPPr>
            <a:lvl1pPr>
              <a:defRPr sz="4500" b="1">
                <a:solidFill>
                  <a:srgbClr val="97D700"/>
                </a:solidFill>
                <a:latin typeface="DejaVu Sans"/>
                <a:ea typeface="DejaVu Sans"/>
                <a:cs typeface="DejaVu Sans"/>
              </a:defRPr>
            </a:lvl1pPr>
            <a:lvl2pPr>
              <a:defRPr sz="4500" b="1">
                <a:solidFill>
                  <a:srgbClr val="97D700"/>
                </a:solidFill>
                <a:latin typeface="DejaVu Sans"/>
                <a:ea typeface="DejaVu Sans"/>
                <a:cs typeface="DejaVu Sans"/>
              </a:defRPr>
            </a:lvl2pPr>
            <a:lvl3pPr>
              <a:defRPr sz="4500" b="1">
                <a:solidFill>
                  <a:srgbClr val="97D700"/>
                </a:solidFill>
                <a:latin typeface="DejaVu Sans"/>
                <a:ea typeface="DejaVu Sans"/>
                <a:cs typeface="DejaVu Sans"/>
              </a:defRPr>
            </a:lvl3pPr>
            <a:lvl4pPr>
              <a:defRPr sz="4500" b="1">
                <a:solidFill>
                  <a:srgbClr val="97D700"/>
                </a:solidFill>
                <a:latin typeface="DejaVu Sans"/>
                <a:ea typeface="DejaVu Sans"/>
                <a:cs typeface="DejaVu Sans"/>
              </a:defRPr>
            </a:lvl4pPr>
            <a:lvl5pPr>
              <a:defRPr sz="4500" b="1">
                <a:solidFill>
                  <a:srgbClr val="97D700"/>
                </a:solidFill>
                <a:latin typeface="DejaVu Sans"/>
                <a:ea typeface="DejaVu Sans"/>
                <a:cs typeface="DejaVu Sans"/>
              </a:defRPr>
            </a:lvl5pPr>
            <a:lvl6pPr>
              <a:defRPr sz="4500" b="1">
                <a:solidFill>
                  <a:srgbClr val="97D700"/>
                </a:solidFill>
                <a:latin typeface="DejaVu Sans"/>
                <a:ea typeface="DejaVu Sans"/>
                <a:cs typeface="DejaVu Sans"/>
              </a:defRPr>
            </a:lvl6pPr>
            <a:lvl7pPr>
              <a:defRPr sz="4500" b="1">
                <a:solidFill>
                  <a:srgbClr val="97D700"/>
                </a:solidFill>
                <a:latin typeface="DejaVu Sans"/>
                <a:ea typeface="DejaVu Sans"/>
                <a:cs typeface="DejaVu Sans"/>
              </a:defRPr>
            </a:lvl7pPr>
            <a:lvl8pPr>
              <a:defRPr sz="4500" b="1">
                <a:solidFill>
                  <a:srgbClr val="97D700"/>
                </a:solidFill>
                <a:latin typeface="DejaVu Sans"/>
                <a:ea typeface="DejaVu Sans"/>
                <a:cs typeface="DejaVu Sans"/>
              </a:defRPr>
            </a:lvl8pPr>
            <a:lvl9pPr>
              <a:defRPr sz="4500" b="1">
                <a:solidFill>
                  <a:srgbClr val="97D700"/>
                </a:solidFill>
                <a:latin typeface="DejaVu Sans"/>
                <a:ea typeface="DejaVu Sans"/>
                <a:cs typeface="DejaVu Sans"/>
              </a:defRPr>
            </a:lvl9pPr>
          </a:lstStyle>
          <a:p xmlns:a="http://schemas.openxmlformats.org/drawingml/2006/main">
            <a:pPr>
              <a:defRPr sz="4500" b="1">
                <a:solidFill>
                  <a:srgbClr val="97D700"/>
                </a:solidFill>
                <a:latin typeface="DejaVu Sans"/>
                <a:ea typeface="DejaVu Sans"/>
                <a:cs typeface="DejaVu Sans"/>
              </a:defRPr>
            </a:pPr>
            <a:r>
              <a:rPr sz="4500" b="1">
                <a:solidFill>
                  <a:srgbClr val="97D700"/>
                </a:solidFill>
                <a:latin typeface="DejaVu Sans"/>
                <a:ea typeface="DejaVu Sans"/>
                <a:cs typeface="DejaVu Sans"/>
              </a:rPr>
              <a:t>&lt; 25 %</a:t>
            </a:r>
          </a:p>
        </p:txBody>
      </p:sp>
      <p:sp>
        <p:nvSpPr>
          <p:cNvPr id="6" name="text-5">
            <a:extLst xmlns:a="http://schemas.openxmlformats.org/drawingml/2006/main">
              <a:ext uri="{FF2B5EF4-FFF2-40B4-BE49-F238E27FC236}">
                <a16:creationId xmlns:a16="http://schemas.microsoft.com/office/drawing/2014/main" id="{9AE4F013-0C95-49B5-A396-87ED900CF9E2}"/>
              </a:ext>
            </a:extLst>
          </p:cNvPr>
          <p:cNvSpPr>
            <a:spLocks xmlns:a="http://schemas.openxmlformats.org/drawingml/2006/main" noGrp="1"/>
          </p:cNvSpPr>
          <p:nvPr/>
        </p:nvSpPr>
        <p:spPr>
          <a:xfrm xmlns:a="http://schemas.openxmlformats.org/drawingml/2006/main">
            <a:off x="3714750" y="3371850"/>
            <a:ext cx="762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DejaVu Sans"/>
                <a:ea typeface="DejaVu Sans"/>
                <a:cs typeface="DejaVu Sans"/>
              </a:defRPr>
            </a:defPPr>
            <a:lvl1pPr>
              <a:defRPr sz="2100" b="0">
                <a:solidFill>
                  <a:srgbClr val="FFFFFF"/>
                </a:solidFill>
                <a:latin typeface="DejaVu Sans"/>
                <a:ea typeface="DejaVu Sans"/>
                <a:cs typeface="DejaVu Sans"/>
              </a:defRPr>
            </a:lvl1pPr>
            <a:lvl2pPr>
              <a:defRPr sz="2100" b="0">
                <a:solidFill>
                  <a:srgbClr val="FFFFFF"/>
                </a:solidFill>
                <a:latin typeface="DejaVu Sans"/>
                <a:ea typeface="DejaVu Sans"/>
                <a:cs typeface="DejaVu Sans"/>
              </a:defRPr>
            </a:lvl2pPr>
            <a:lvl3pPr>
              <a:defRPr sz="2100" b="0">
                <a:solidFill>
                  <a:srgbClr val="FFFFFF"/>
                </a:solidFill>
                <a:latin typeface="DejaVu Sans"/>
                <a:ea typeface="DejaVu Sans"/>
                <a:cs typeface="DejaVu Sans"/>
              </a:defRPr>
            </a:lvl3pPr>
            <a:lvl4pPr>
              <a:defRPr sz="2100" b="0">
                <a:solidFill>
                  <a:srgbClr val="FFFFFF"/>
                </a:solidFill>
                <a:latin typeface="DejaVu Sans"/>
                <a:ea typeface="DejaVu Sans"/>
                <a:cs typeface="DejaVu Sans"/>
              </a:defRPr>
            </a:lvl4pPr>
            <a:lvl5pPr>
              <a:defRPr sz="2100" b="0">
                <a:solidFill>
                  <a:srgbClr val="FFFFFF"/>
                </a:solidFill>
                <a:latin typeface="DejaVu Sans"/>
                <a:ea typeface="DejaVu Sans"/>
                <a:cs typeface="DejaVu Sans"/>
              </a:defRPr>
            </a:lvl5pPr>
            <a:lvl6pPr>
              <a:defRPr sz="2100" b="0">
                <a:solidFill>
                  <a:srgbClr val="FFFFFF"/>
                </a:solidFill>
                <a:latin typeface="DejaVu Sans"/>
                <a:ea typeface="DejaVu Sans"/>
                <a:cs typeface="DejaVu Sans"/>
              </a:defRPr>
            </a:lvl6pPr>
            <a:lvl7pPr>
              <a:defRPr sz="2100" b="0">
                <a:solidFill>
                  <a:srgbClr val="FFFFFF"/>
                </a:solidFill>
                <a:latin typeface="DejaVu Sans"/>
                <a:ea typeface="DejaVu Sans"/>
                <a:cs typeface="DejaVu Sans"/>
              </a:defRPr>
            </a:lvl7pPr>
            <a:lvl8pPr>
              <a:defRPr sz="2100" b="0">
                <a:solidFill>
                  <a:srgbClr val="FFFFFF"/>
                </a:solidFill>
                <a:latin typeface="DejaVu Sans"/>
                <a:ea typeface="DejaVu Sans"/>
                <a:cs typeface="DejaVu Sans"/>
              </a:defRPr>
            </a:lvl8pPr>
            <a:lvl9pPr>
              <a:defRPr sz="2100" b="0">
                <a:solidFill>
                  <a:srgbClr val="FFFFFF"/>
                </a:solidFill>
                <a:latin typeface="DejaVu Sans"/>
                <a:ea typeface="DejaVu Sans"/>
                <a:cs typeface="DejaVu Sans"/>
              </a:defRPr>
            </a:lvl9pPr>
          </a:lstStyle>
          <a:p xmlns:a="http://schemas.openxmlformats.org/drawingml/2006/main">
            <a:pPr>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El bus espera cinco minutos reales antes de salir.</a:t>
            </a:r>
          </a:p>
        </p:txBody>
      </p:sp>
      <p:sp>
        <p:nvSpPr>
          <p:cNvPr id="7" name="text-6">
            <a:extLst xmlns:a="http://schemas.openxmlformats.org/drawingml/2006/main">
              <a:ext uri="{FF2B5EF4-FFF2-40B4-BE49-F238E27FC236}">
                <a16:creationId xmlns:a16="http://schemas.microsoft.com/office/drawing/2014/main" id="{5B747A82-032C-4E44-8DB7-4BEF00764F7F}"/>
              </a:ext>
            </a:extLst>
          </p:cNvPr>
          <p:cNvSpPr>
            <a:spLocks xmlns:a="http://schemas.openxmlformats.org/drawingml/2006/main" noGrp="1"/>
          </p:cNvSpPr>
          <p:nvPr/>
        </p:nvSpPr>
        <p:spPr>
          <a:xfrm xmlns:a="http://schemas.openxmlformats.org/drawingml/2006/main">
            <a:off x="666750" y="4714875"/>
            <a:ext cx="2571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7D700"/>
                </a:solidFill>
                <a:latin typeface="DejaVu Sans"/>
                <a:ea typeface="DejaVu Sans"/>
                <a:cs typeface="DejaVu Sans"/>
              </a:defRPr>
            </a:defPPr>
            <a:lvl1pPr>
              <a:defRPr sz="4500" b="1">
                <a:solidFill>
                  <a:srgbClr val="97D700"/>
                </a:solidFill>
                <a:latin typeface="DejaVu Sans"/>
                <a:ea typeface="DejaVu Sans"/>
                <a:cs typeface="DejaVu Sans"/>
              </a:defRPr>
            </a:lvl1pPr>
            <a:lvl2pPr>
              <a:defRPr sz="4500" b="1">
                <a:solidFill>
                  <a:srgbClr val="97D700"/>
                </a:solidFill>
                <a:latin typeface="DejaVu Sans"/>
                <a:ea typeface="DejaVu Sans"/>
                <a:cs typeface="DejaVu Sans"/>
              </a:defRPr>
            </a:lvl2pPr>
            <a:lvl3pPr>
              <a:defRPr sz="4500" b="1">
                <a:solidFill>
                  <a:srgbClr val="97D700"/>
                </a:solidFill>
                <a:latin typeface="DejaVu Sans"/>
                <a:ea typeface="DejaVu Sans"/>
                <a:cs typeface="DejaVu Sans"/>
              </a:defRPr>
            </a:lvl3pPr>
            <a:lvl4pPr>
              <a:defRPr sz="4500" b="1">
                <a:solidFill>
                  <a:srgbClr val="97D700"/>
                </a:solidFill>
                <a:latin typeface="DejaVu Sans"/>
                <a:ea typeface="DejaVu Sans"/>
                <a:cs typeface="DejaVu Sans"/>
              </a:defRPr>
            </a:lvl4pPr>
            <a:lvl5pPr>
              <a:defRPr sz="4500" b="1">
                <a:solidFill>
                  <a:srgbClr val="97D700"/>
                </a:solidFill>
                <a:latin typeface="DejaVu Sans"/>
                <a:ea typeface="DejaVu Sans"/>
                <a:cs typeface="DejaVu Sans"/>
              </a:defRPr>
            </a:lvl5pPr>
            <a:lvl6pPr>
              <a:defRPr sz="4500" b="1">
                <a:solidFill>
                  <a:srgbClr val="97D700"/>
                </a:solidFill>
                <a:latin typeface="DejaVu Sans"/>
                <a:ea typeface="DejaVu Sans"/>
                <a:cs typeface="DejaVu Sans"/>
              </a:defRPr>
            </a:lvl6pPr>
            <a:lvl7pPr>
              <a:defRPr sz="4500" b="1">
                <a:solidFill>
                  <a:srgbClr val="97D700"/>
                </a:solidFill>
                <a:latin typeface="DejaVu Sans"/>
                <a:ea typeface="DejaVu Sans"/>
                <a:cs typeface="DejaVu Sans"/>
              </a:defRPr>
            </a:lvl7pPr>
            <a:lvl8pPr>
              <a:defRPr sz="4500" b="1">
                <a:solidFill>
                  <a:srgbClr val="97D700"/>
                </a:solidFill>
                <a:latin typeface="DejaVu Sans"/>
                <a:ea typeface="DejaVu Sans"/>
                <a:cs typeface="DejaVu Sans"/>
              </a:defRPr>
            </a:lvl8pPr>
            <a:lvl9pPr>
              <a:defRPr sz="4500" b="1">
                <a:solidFill>
                  <a:srgbClr val="97D700"/>
                </a:solidFill>
                <a:latin typeface="DejaVu Sans"/>
                <a:ea typeface="DejaVu Sans"/>
                <a:cs typeface="DejaVu Sans"/>
              </a:defRPr>
            </a:lvl9pPr>
          </a:lstStyle>
          <a:p xmlns:a="http://schemas.openxmlformats.org/drawingml/2006/main">
            <a:pPr>
              <a:defRPr sz="4500" b="1">
                <a:solidFill>
                  <a:srgbClr val="97D700"/>
                </a:solidFill>
                <a:latin typeface="DejaVu Sans"/>
                <a:ea typeface="DejaVu Sans"/>
                <a:cs typeface="DejaVu Sans"/>
              </a:defRPr>
            </a:pPr>
            <a:r>
              <a:rPr sz="4500" b="1">
                <a:solidFill>
                  <a:srgbClr val="97D700"/>
                </a:solidFill>
                <a:latin typeface="DejaVu Sans"/>
                <a:ea typeface="DejaVu Sans"/>
                <a:cs typeface="DejaVu Sans"/>
              </a:rPr>
              <a:t>N a 2N</a:t>
            </a:r>
          </a:p>
        </p:txBody>
      </p:sp>
      <p:sp>
        <p:nvSpPr>
          <p:cNvPr id="8" name="text-7">
            <a:extLst xmlns:a="http://schemas.openxmlformats.org/drawingml/2006/main">
              <a:ext uri="{FF2B5EF4-FFF2-40B4-BE49-F238E27FC236}">
                <a16:creationId xmlns:a16="http://schemas.microsoft.com/office/drawing/2014/main" id="{5B259ADA-03EF-4F3E-9462-6BBE0663807D}"/>
              </a:ext>
            </a:extLst>
          </p:cNvPr>
          <p:cNvSpPr>
            <a:spLocks xmlns:a="http://schemas.openxmlformats.org/drawingml/2006/main" noGrp="1"/>
          </p:cNvSpPr>
          <p:nvPr/>
        </p:nvSpPr>
        <p:spPr>
          <a:xfrm xmlns:a="http://schemas.openxmlformats.org/drawingml/2006/main">
            <a:off x="3714750" y="4752975"/>
            <a:ext cx="762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DejaVu Sans"/>
                <a:ea typeface="DejaVu Sans"/>
                <a:cs typeface="DejaVu Sans"/>
              </a:defRPr>
            </a:defPPr>
            <a:lvl1pPr>
              <a:defRPr sz="2100" b="0">
                <a:solidFill>
                  <a:srgbClr val="FFFFFF"/>
                </a:solidFill>
                <a:latin typeface="DejaVu Sans"/>
                <a:ea typeface="DejaVu Sans"/>
                <a:cs typeface="DejaVu Sans"/>
              </a:defRPr>
            </a:lvl1pPr>
            <a:lvl2pPr>
              <a:defRPr sz="2100" b="0">
                <a:solidFill>
                  <a:srgbClr val="FFFFFF"/>
                </a:solidFill>
                <a:latin typeface="DejaVu Sans"/>
                <a:ea typeface="DejaVu Sans"/>
                <a:cs typeface="DejaVu Sans"/>
              </a:defRPr>
            </a:lvl2pPr>
            <a:lvl3pPr>
              <a:defRPr sz="2100" b="0">
                <a:solidFill>
                  <a:srgbClr val="FFFFFF"/>
                </a:solidFill>
                <a:latin typeface="DejaVu Sans"/>
                <a:ea typeface="DejaVu Sans"/>
                <a:cs typeface="DejaVu Sans"/>
              </a:defRPr>
            </a:lvl3pPr>
            <a:lvl4pPr>
              <a:defRPr sz="2100" b="0">
                <a:solidFill>
                  <a:srgbClr val="FFFFFF"/>
                </a:solidFill>
                <a:latin typeface="DejaVu Sans"/>
                <a:ea typeface="DejaVu Sans"/>
                <a:cs typeface="DejaVu Sans"/>
              </a:defRPr>
            </a:lvl4pPr>
            <a:lvl5pPr>
              <a:defRPr sz="2100" b="0">
                <a:solidFill>
                  <a:srgbClr val="FFFFFF"/>
                </a:solidFill>
                <a:latin typeface="DejaVu Sans"/>
                <a:ea typeface="DejaVu Sans"/>
                <a:cs typeface="DejaVu Sans"/>
              </a:defRPr>
            </a:lvl5pPr>
            <a:lvl6pPr>
              <a:defRPr sz="2100" b="0">
                <a:solidFill>
                  <a:srgbClr val="FFFFFF"/>
                </a:solidFill>
                <a:latin typeface="DejaVu Sans"/>
                <a:ea typeface="DejaVu Sans"/>
                <a:cs typeface="DejaVu Sans"/>
              </a:defRPr>
            </a:lvl6pPr>
            <a:lvl7pPr>
              <a:defRPr sz="2100" b="0">
                <a:solidFill>
                  <a:srgbClr val="FFFFFF"/>
                </a:solidFill>
                <a:latin typeface="DejaVu Sans"/>
                <a:ea typeface="DejaVu Sans"/>
                <a:cs typeface="DejaVu Sans"/>
              </a:defRPr>
            </a:lvl7pPr>
            <a:lvl8pPr>
              <a:defRPr sz="2100" b="0">
                <a:solidFill>
                  <a:srgbClr val="FFFFFF"/>
                </a:solidFill>
                <a:latin typeface="DejaVu Sans"/>
                <a:ea typeface="DejaVu Sans"/>
                <a:cs typeface="DejaVu Sans"/>
              </a:defRPr>
            </a:lvl8pPr>
            <a:lvl9pPr>
              <a:defRPr sz="2100" b="0">
                <a:solidFill>
                  <a:srgbClr val="FFFFFF"/>
                </a:solidFill>
                <a:latin typeface="DejaVu Sans"/>
                <a:ea typeface="DejaVu Sans"/>
                <a:cs typeface="DejaVu Sans"/>
              </a:defRPr>
            </a:lvl9pPr>
          </a:lstStyle>
          <a:p xmlns:a="http://schemas.openxmlformats.org/drawingml/2006/main">
            <a:pPr>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Rango de buses asignados para activar una línea con N estaciones.</a:t>
            </a:r>
          </a:p>
        </p:txBody>
      </p:sp>
    </p:spTree>
    <p:extLst>
      <p:ext uri="{BB962C8B-B14F-4D97-AF65-F5344CB8AC3E}">
        <p14:creationId xmlns:p14="http://schemas.microsoft.com/office/powerpoint/2010/main" val="21470078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6ABC97A-5F3F-4A09-87F5-15ED9D58E8AB}"/>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pPr>
              <a:defRPr sz="3300" b="1">
                <a:solidFill>
                  <a:srgbClr val="17324D"/>
                </a:solidFill>
                <a:latin typeface="DejaVu Sans"/>
                <a:ea typeface="DejaVu Sans"/>
                <a:cs typeface="DejaVu Sans"/>
              </a:defRPr>
            </a:pPr>
            <a:r>
              <a:rPr sz="3300" b="1">
                <a:solidFill>
                  <a:srgbClr val="17324D"/>
                </a:solidFill>
                <a:latin typeface="DejaVu Sans"/>
                <a:ea typeface="DejaVu Sans"/>
                <a:cs typeface="DejaVu Sans"/>
              </a:rPr>
              <a:t>Servicios del portal ciudadano</a:t>
            </a:r>
          </a:p>
        </p:txBody>
      </p:sp>
      <p:sp>
        <p:nvSpPr>
          <p:cNvPr id="2" name="text-1">
            <a:extLst xmlns:a="http://schemas.openxmlformats.org/drawingml/2006/main">
              <a:ext uri="{FF2B5EF4-FFF2-40B4-BE49-F238E27FC236}">
                <a16:creationId xmlns:a16="http://schemas.microsoft.com/office/drawing/2014/main" id="{F10CDBC0-1FFB-4750-94C5-DF7BD5EC624F}"/>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07</a:t>
            </a:r>
          </a:p>
        </p:txBody>
      </p:sp>
      <p:pic>
        <p:nvPicPr>
          <p:cNvPr id="3" name="">
            <a:extLst xmlns:a="http://schemas.openxmlformats.org/drawingml/2006/main">
              <a:ext uri="{FF2B5EF4-FFF2-40B4-BE49-F238E27FC236}">
                <a16:creationId xmlns:a16="http://schemas.microsoft.com/office/drawing/2014/main" id="{1E7D88E2-BB10-450D-9191-D27A50CFF827}"/>
              </a:ext>
            </a:extLst>
          </p:cNvPr>
          <p:cNvPicPr>
            <a:picLocks xmlns:a="http://schemas.openxmlformats.org/drawingml/2006/main" noChangeAspect="1"/>
          </p:cNvPicPr>
          <p:nvPr/>
        </p:nvPicPr>
        <p:blipFill>
          <a:blip xmlns:r="http://schemas.openxmlformats.org/officeDocument/2006/relationships" xmlns:a="http://schemas.openxmlformats.org/drawingml/2006/main" r:embed="R98283bc71285407b"/>
          <a:stretch xmlns:a="http://schemas.openxmlformats.org/drawingml/2006/main"/>
        </p:blipFill>
        <p:spPr>
          <a:xfrm xmlns:a="http://schemas.openxmlformats.org/drawingml/2006/main">
            <a:off x="8132389" y="1819275"/>
            <a:ext cx="3099547" cy="439102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13F00EE4-0293-4C53-AF13-CAECEC3CA7E4}"/>
              </a:ext>
            </a:extLst>
          </p:cNvPr>
          <p:cNvSpPr>
            <a:spLocks xmlns:a="http://schemas.openxmlformats.org/drawingml/2006/main" noGrp="1"/>
          </p:cNvSpPr>
          <p:nvPr/>
        </p:nvSpPr>
        <p:spPr>
          <a:xfrm xmlns:a="http://schemas.openxmlformats.org/drawingml/2006/main">
            <a:off x="666750" y="20002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Q2.00 por pago confirmado</a:t>
            </a:r>
          </a:p>
        </p:txBody>
      </p:sp>
      <p:sp>
        <p:nvSpPr>
          <p:cNvPr id="5" name="text-3">
            <a:extLst xmlns:a="http://schemas.openxmlformats.org/drawingml/2006/main">
              <a:ext uri="{FF2B5EF4-FFF2-40B4-BE49-F238E27FC236}">
                <a16:creationId xmlns:a16="http://schemas.microsoft.com/office/drawing/2014/main" id="{D3BDE034-1D16-4C8E-923A-DBAC46DD8776}"/>
              </a:ext>
            </a:extLst>
          </p:cNvPr>
          <p:cNvSpPr>
            <a:spLocks xmlns:a="http://schemas.openxmlformats.org/drawingml/2006/main" noGrp="1"/>
          </p:cNvSpPr>
          <p:nvPr/>
        </p:nvSpPr>
        <p:spPr>
          <a:xfrm xmlns:a="http://schemas.openxmlformats.org/drawingml/2006/main">
            <a:off x="666750" y="2552700"/>
            <a:ext cx="6667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El ciudadano selecciona la estación y el sistema aplica la tarifa definida para el proyecto.</a:t>
            </a:r>
          </a:p>
        </p:txBody>
      </p:sp>
      <p:sp>
        <p:nvSpPr>
          <p:cNvPr id="6" name="text-4">
            <a:extLst xmlns:a="http://schemas.openxmlformats.org/drawingml/2006/main">
              <a:ext uri="{FF2B5EF4-FFF2-40B4-BE49-F238E27FC236}">
                <a16:creationId xmlns:a16="http://schemas.microsoft.com/office/drawing/2014/main" id="{6B052220-F3D4-4DB1-B14E-F363122D12C8}"/>
              </a:ext>
            </a:extLst>
          </p:cNvPr>
          <p:cNvSpPr>
            <a:spLocks xmlns:a="http://schemas.openxmlformats.org/drawingml/2006/main" noGrp="1"/>
          </p:cNvSpPr>
          <p:nvPr/>
        </p:nvSpPr>
        <p:spPr>
          <a:xfrm xmlns:a="http://schemas.openxmlformats.org/drawingml/2006/main">
            <a:off x="666750" y="4124325"/>
            <a:ext cx="6572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Saldo y movimientos</a:t>
            </a:r>
          </a:p>
        </p:txBody>
      </p:sp>
      <p:sp>
        <p:nvSpPr>
          <p:cNvPr id="7" name="text-5">
            <a:extLst xmlns:a="http://schemas.openxmlformats.org/drawingml/2006/main">
              <a:ext uri="{FF2B5EF4-FFF2-40B4-BE49-F238E27FC236}">
                <a16:creationId xmlns:a16="http://schemas.microsoft.com/office/drawing/2014/main" id="{3AD8982B-8CB4-4365-A346-971BAF08B9A6}"/>
              </a:ext>
            </a:extLst>
          </p:cNvPr>
          <p:cNvSpPr>
            <a:spLocks xmlns:a="http://schemas.openxmlformats.org/drawingml/2006/main" noGrp="1"/>
          </p:cNvSpPr>
          <p:nvPr/>
        </p:nvSpPr>
        <p:spPr>
          <a:xfrm xmlns:a="http://schemas.openxmlformats.org/drawingml/2006/main">
            <a:off x="666750" y="4695825"/>
            <a:ext cx="657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52677C"/>
                </a:solidFill>
                <a:latin typeface="DejaVu Sans"/>
                <a:ea typeface="DejaVu Sans"/>
                <a:cs typeface="DejaVu Sans"/>
              </a:defRPr>
            </a:defPPr>
            <a:lvl1pPr>
              <a:defRPr sz="2025" b="0">
                <a:solidFill>
                  <a:srgbClr val="52677C"/>
                </a:solidFill>
                <a:latin typeface="DejaVu Sans"/>
                <a:ea typeface="DejaVu Sans"/>
                <a:cs typeface="DejaVu Sans"/>
              </a:defRPr>
            </a:lvl1pPr>
            <a:lvl2pPr>
              <a:defRPr sz="2025" b="0">
                <a:solidFill>
                  <a:srgbClr val="52677C"/>
                </a:solidFill>
                <a:latin typeface="DejaVu Sans"/>
                <a:ea typeface="DejaVu Sans"/>
                <a:cs typeface="DejaVu Sans"/>
              </a:defRPr>
            </a:lvl2pPr>
            <a:lvl3pPr>
              <a:defRPr sz="2025" b="0">
                <a:solidFill>
                  <a:srgbClr val="52677C"/>
                </a:solidFill>
                <a:latin typeface="DejaVu Sans"/>
                <a:ea typeface="DejaVu Sans"/>
                <a:cs typeface="DejaVu Sans"/>
              </a:defRPr>
            </a:lvl3pPr>
            <a:lvl4pPr>
              <a:defRPr sz="2025" b="0">
                <a:solidFill>
                  <a:srgbClr val="52677C"/>
                </a:solidFill>
                <a:latin typeface="DejaVu Sans"/>
                <a:ea typeface="DejaVu Sans"/>
                <a:cs typeface="DejaVu Sans"/>
              </a:defRPr>
            </a:lvl4pPr>
            <a:lvl5pPr>
              <a:defRPr sz="2025" b="0">
                <a:solidFill>
                  <a:srgbClr val="52677C"/>
                </a:solidFill>
                <a:latin typeface="DejaVu Sans"/>
                <a:ea typeface="DejaVu Sans"/>
                <a:cs typeface="DejaVu Sans"/>
              </a:defRPr>
            </a:lvl5pPr>
            <a:lvl6pPr>
              <a:defRPr sz="2025" b="0">
                <a:solidFill>
                  <a:srgbClr val="52677C"/>
                </a:solidFill>
                <a:latin typeface="DejaVu Sans"/>
                <a:ea typeface="DejaVu Sans"/>
                <a:cs typeface="DejaVu Sans"/>
              </a:defRPr>
            </a:lvl6pPr>
            <a:lvl7pPr>
              <a:defRPr sz="2025" b="0">
                <a:solidFill>
                  <a:srgbClr val="52677C"/>
                </a:solidFill>
                <a:latin typeface="DejaVu Sans"/>
                <a:ea typeface="DejaVu Sans"/>
                <a:cs typeface="DejaVu Sans"/>
              </a:defRPr>
            </a:lvl7pPr>
            <a:lvl8pPr>
              <a:defRPr sz="2025" b="0">
                <a:solidFill>
                  <a:srgbClr val="52677C"/>
                </a:solidFill>
                <a:latin typeface="DejaVu Sans"/>
                <a:ea typeface="DejaVu Sans"/>
                <a:cs typeface="DejaVu Sans"/>
              </a:defRPr>
            </a:lvl8pPr>
            <a:lvl9pPr>
              <a:defRPr sz="2025" b="0">
                <a:solidFill>
                  <a:srgbClr val="52677C"/>
                </a:solidFill>
                <a:latin typeface="DejaVu Sans"/>
                <a:ea typeface="DejaVu Sans"/>
                <a:cs typeface="DejaVu Sans"/>
              </a:defRPr>
            </a:lvl9pPr>
          </a:lstStyle>
          <a:p xmlns:a="http://schemas.openxmlformats.org/drawingml/2006/main">
            <a:pPr>
              <a:defRPr sz="2025" b="0">
                <a:solidFill>
                  <a:srgbClr val="52677C"/>
                </a:solidFill>
                <a:latin typeface="DejaVu Sans"/>
                <a:ea typeface="DejaVu Sans"/>
                <a:cs typeface="DejaVu Sans"/>
              </a:defRPr>
            </a:pPr>
            <a:r>
              <a:rPr sz="2025" b="0">
                <a:solidFill>
                  <a:srgbClr val="52677C"/>
                </a:solidFill>
                <a:latin typeface="DejaVu Sans"/>
                <a:ea typeface="DejaVu Sans"/>
                <a:cs typeface="DejaVu Sans"/>
              </a:rPr>
              <a:t>Recarga separada del pago. Seguimiento filtrado por línea y mapa en apartados propios.</a:t>
            </a:r>
          </a:p>
        </p:txBody>
      </p:sp>
      <p:sp>
        <p:nvSpPr>
          <p:cNvPr id="8" name="text-6">
            <a:extLst xmlns:a="http://schemas.openxmlformats.org/drawingml/2006/main">
              <a:ext uri="{FF2B5EF4-FFF2-40B4-BE49-F238E27FC236}">
                <a16:creationId xmlns:a16="http://schemas.microsoft.com/office/drawing/2014/main" id="{2FB8773D-217F-401F-86E0-224E1BCCCB19}"/>
              </a:ext>
            </a:extLst>
          </p:cNvPr>
          <p:cNvSpPr>
            <a:spLocks xmlns:a="http://schemas.openxmlformats.org/drawingml/2006/main" noGrp="1"/>
          </p:cNvSpPr>
          <p:nvPr/>
        </p:nvSpPr>
        <p:spPr>
          <a:xfrm xmlns:a="http://schemas.openxmlformats.org/drawingml/2006/main">
            <a:off x="666750" y="5991225"/>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2677C"/>
                </a:solidFill>
                <a:latin typeface="DejaVu Sans"/>
                <a:ea typeface="DejaVu Sans"/>
                <a:cs typeface="DejaVu Sans"/>
              </a:defRPr>
            </a:defPPr>
            <a:lvl1pPr>
              <a:defRPr sz="1500" b="0">
                <a:solidFill>
                  <a:srgbClr val="52677C"/>
                </a:solidFill>
                <a:latin typeface="DejaVu Sans"/>
                <a:ea typeface="DejaVu Sans"/>
                <a:cs typeface="DejaVu Sans"/>
              </a:defRPr>
            </a:lvl1pPr>
            <a:lvl2pPr>
              <a:defRPr sz="1500" b="0">
                <a:solidFill>
                  <a:srgbClr val="52677C"/>
                </a:solidFill>
                <a:latin typeface="DejaVu Sans"/>
                <a:ea typeface="DejaVu Sans"/>
                <a:cs typeface="DejaVu Sans"/>
              </a:defRPr>
            </a:lvl2pPr>
            <a:lvl3pPr>
              <a:defRPr sz="1500" b="0">
                <a:solidFill>
                  <a:srgbClr val="52677C"/>
                </a:solidFill>
                <a:latin typeface="DejaVu Sans"/>
                <a:ea typeface="DejaVu Sans"/>
                <a:cs typeface="DejaVu Sans"/>
              </a:defRPr>
            </a:lvl3pPr>
            <a:lvl4pPr>
              <a:defRPr sz="1500" b="0">
                <a:solidFill>
                  <a:srgbClr val="52677C"/>
                </a:solidFill>
                <a:latin typeface="DejaVu Sans"/>
                <a:ea typeface="DejaVu Sans"/>
                <a:cs typeface="DejaVu Sans"/>
              </a:defRPr>
            </a:lvl4pPr>
            <a:lvl5pPr>
              <a:defRPr sz="1500" b="0">
                <a:solidFill>
                  <a:srgbClr val="52677C"/>
                </a:solidFill>
                <a:latin typeface="DejaVu Sans"/>
                <a:ea typeface="DejaVu Sans"/>
                <a:cs typeface="DejaVu Sans"/>
              </a:defRPr>
            </a:lvl5pPr>
            <a:lvl6pPr>
              <a:defRPr sz="1500" b="0">
                <a:solidFill>
                  <a:srgbClr val="52677C"/>
                </a:solidFill>
                <a:latin typeface="DejaVu Sans"/>
                <a:ea typeface="DejaVu Sans"/>
                <a:cs typeface="DejaVu Sans"/>
              </a:defRPr>
            </a:lvl6pPr>
            <a:lvl7pPr>
              <a:defRPr sz="1500" b="0">
                <a:solidFill>
                  <a:srgbClr val="52677C"/>
                </a:solidFill>
                <a:latin typeface="DejaVu Sans"/>
                <a:ea typeface="DejaVu Sans"/>
                <a:cs typeface="DejaVu Sans"/>
              </a:defRPr>
            </a:lvl7pPr>
            <a:lvl8pPr>
              <a:defRPr sz="1500" b="0">
                <a:solidFill>
                  <a:srgbClr val="52677C"/>
                </a:solidFill>
                <a:latin typeface="DejaVu Sans"/>
                <a:ea typeface="DejaVu Sans"/>
                <a:cs typeface="DejaVu Sans"/>
              </a:defRPr>
            </a:lvl8pPr>
            <a:lvl9pPr>
              <a:defRPr sz="1500" b="0">
                <a:solidFill>
                  <a:srgbClr val="52677C"/>
                </a:solidFill>
                <a:latin typeface="DejaVu Sans"/>
                <a:ea typeface="DejaVu Sans"/>
                <a:cs typeface="DejaVu Sans"/>
              </a:defRPr>
            </a:lvl9pPr>
          </a:lstStyle>
          <a:p xmlns:a="http://schemas.openxmlformats.org/drawingml/2006/main">
            <a:pPr>
              <a:defRPr sz="1500" b="0">
                <a:solidFill>
                  <a:srgbClr val="52677C"/>
                </a:solidFill>
                <a:latin typeface="DejaVu Sans"/>
                <a:ea typeface="DejaVu Sans"/>
                <a:cs typeface="DejaVu Sans"/>
              </a:defRPr>
            </a:pPr>
            <a:r>
              <a:rPr sz="1500" b="0">
                <a:solidFill>
                  <a:srgbClr val="52677C"/>
                </a:solidFill>
                <a:latin typeface="DejaVu Sans"/>
                <a:ea typeface="DejaVu Sans"/>
                <a:cs typeface="DejaVu Sans"/>
              </a:rPr>
              <a:t>Alcance académico, sin integración bancaria</a:t>
            </a:r>
          </a:p>
        </p:txBody>
      </p:sp>
    </p:spTree>
    <p:extLst>
      <p:ext uri="{BB962C8B-B14F-4D97-AF65-F5344CB8AC3E}">
        <p14:creationId xmlns:p14="http://schemas.microsoft.com/office/powerpoint/2010/main" val="4750628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5DB390E-9FC1-496C-B1ED-96E68F326399}"/>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pPr>
              <a:defRPr sz="3300" b="1">
                <a:solidFill>
                  <a:srgbClr val="17324D"/>
                </a:solidFill>
                <a:latin typeface="DejaVu Sans"/>
                <a:ea typeface="DejaVu Sans"/>
                <a:cs typeface="DejaVu Sans"/>
              </a:defRPr>
            </a:pPr>
            <a:r>
              <a:rPr sz="3300" b="1">
                <a:solidFill>
                  <a:srgbClr val="17324D"/>
                </a:solidFill>
                <a:latin typeface="DejaVu Sans"/>
                <a:ea typeface="DejaVu Sans"/>
                <a:cs typeface="DejaVu Sans"/>
              </a:rPr>
              <a:t>Seguimiento y configuración de rutas</a:t>
            </a:r>
          </a:p>
        </p:txBody>
      </p:sp>
      <p:sp>
        <p:nvSpPr>
          <p:cNvPr id="2" name="text-1">
            <a:extLst xmlns:a="http://schemas.openxmlformats.org/drawingml/2006/main">
              <a:ext uri="{FF2B5EF4-FFF2-40B4-BE49-F238E27FC236}">
                <a16:creationId xmlns:a16="http://schemas.microsoft.com/office/drawing/2014/main" id="{6205668C-24C2-46D0-91A2-7C02CA328797}"/>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08</a:t>
            </a:r>
          </a:p>
        </p:txBody>
      </p:sp>
      <p:pic>
        <p:nvPicPr>
          <p:cNvPr id="3" name="">
            <a:extLst xmlns:a="http://schemas.openxmlformats.org/drawingml/2006/main">
              <a:ext uri="{FF2B5EF4-FFF2-40B4-BE49-F238E27FC236}">
                <a16:creationId xmlns:a16="http://schemas.microsoft.com/office/drawing/2014/main" id="{CC776D1C-7E5D-4D9D-9BD3-7515E888E354}"/>
              </a:ext>
            </a:extLst>
          </p:cNvPr>
          <p:cNvPicPr>
            <a:picLocks xmlns:a="http://schemas.openxmlformats.org/drawingml/2006/main" noChangeAspect="1"/>
          </p:cNvPicPr>
          <p:nvPr/>
        </p:nvPicPr>
        <p:blipFill>
          <a:blip xmlns:r="http://schemas.openxmlformats.org/officeDocument/2006/relationships" xmlns:a="http://schemas.openxmlformats.org/drawingml/2006/main" r:embed="R5a0395c4fd254c1f"/>
          <a:stretch xmlns:a="http://schemas.openxmlformats.org/drawingml/2006/main"/>
        </p:blipFill>
        <p:spPr>
          <a:xfrm xmlns:a="http://schemas.openxmlformats.org/drawingml/2006/main">
            <a:off x="7352277" y="1752600"/>
            <a:ext cx="3392946" cy="430530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72325816-A316-4392-8A98-D1823A9C6313}"/>
              </a:ext>
            </a:extLst>
          </p:cNvPr>
          <p:cNvSpPr>
            <a:spLocks xmlns:a="http://schemas.openxmlformats.org/drawingml/2006/main" noGrp="1"/>
          </p:cNvSpPr>
          <p:nvPr/>
        </p:nvSpPr>
        <p:spPr>
          <a:xfrm xmlns:a="http://schemas.openxmlformats.org/drawingml/2006/main">
            <a:off x="666750" y="19526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Seguimiento por línea</a:t>
            </a:r>
          </a:p>
        </p:txBody>
      </p:sp>
      <p:sp>
        <p:nvSpPr>
          <p:cNvPr id="5" name="text-3">
            <a:extLst xmlns:a="http://schemas.openxmlformats.org/drawingml/2006/main">
              <a:ext uri="{FF2B5EF4-FFF2-40B4-BE49-F238E27FC236}">
                <a16:creationId xmlns:a16="http://schemas.microsoft.com/office/drawing/2014/main" id="{6DA9C0E1-74FB-4B10-B1B6-32B3AFAE7CCD}"/>
              </a:ext>
            </a:extLst>
          </p:cNvPr>
          <p:cNvSpPr>
            <a:spLocks xmlns:a="http://schemas.openxmlformats.org/drawingml/2006/main" noGrp="1"/>
          </p:cNvSpPr>
          <p:nvPr/>
        </p:nvSpPr>
        <p:spPr>
          <a:xfrm xmlns:a="http://schemas.openxmlformats.org/drawingml/2006/main">
            <a:off x="666750" y="2505075"/>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Última estación reportada, próxima parada y hora estimada de llegada.</a:t>
            </a:r>
          </a:p>
        </p:txBody>
      </p:sp>
      <p:sp>
        <p:nvSpPr>
          <p:cNvPr id="6" name="text-4">
            <a:extLst xmlns:a="http://schemas.openxmlformats.org/drawingml/2006/main">
              <a:ext uri="{FF2B5EF4-FFF2-40B4-BE49-F238E27FC236}">
                <a16:creationId xmlns:a16="http://schemas.microsoft.com/office/drawing/2014/main" id="{5DE75D4E-4166-4491-A0C8-973818DA083C}"/>
              </a:ext>
            </a:extLst>
          </p:cNvPr>
          <p:cNvSpPr>
            <a:spLocks xmlns:a="http://schemas.openxmlformats.org/drawingml/2006/main" noGrp="1"/>
          </p:cNvSpPr>
          <p:nvPr/>
        </p:nvSpPr>
        <p:spPr>
          <a:xfrm xmlns:a="http://schemas.openxmlformats.org/drawingml/2006/main">
            <a:off x="666750" y="4057650"/>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Mantenimiento de estaciones</a:t>
            </a:r>
          </a:p>
        </p:txBody>
      </p:sp>
      <p:sp>
        <p:nvSpPr>
          <p:cNvPr id="7" name="text-5">
            <a:extLst xmlns:a="http://schemas.openxmlformats.org/drawingml/2006/main">
              <a:ext uri="{FF2B5EF4-FFF2-40B4-BE49-F238E27FC236}">
                <a16:creationId xmlns:a16="http://schemas.microsoft.com/office/drawing/2014/main" id="{8D3F0643-D5D0-46A4-AE23-74645A31DE75}"/>
              </a:ext>
            </a:extLst>
          </p:cNvPr>
          <p:cNvSpPr>
            <a:spLocks xmlns:a="http://schemas.openxmlformats.org/drawingml/2006/main" noGrp="1"/>
          </p:cNvSpPr>
          <p:nvPr/>
        </p:nvSpPr>
        <p:spPr>
          <a:xfrm xmlns:a="http://schemas.openxmlformats.org/drawingml/2006/main">
            <a:off x="666750" y="4610100"/>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La estación inactiva conserva sus relaciones y se omite en las siguientes paradas pendientes.</a:t>
            </a:r>
          </a:p>
        </p:txBody>
      </p:sp>
      <p:sp>
        <p:nvSpPr>
          <p:cNvPr id="8" name="text-6">
            <a:extLst xmlns:a="http://schemas.openxmlformats.org/drawingml/2006/main">
              <a:ext uri="{FF2B5EF4-FFF2-40B4-BE49-F238E27FC236}">
                <a16:creationId xmlns:a16="http://schemas.microsoft.com/office/drawing/2014/main" id="{0C82583C-05D8-40B4-8147-A4812CFD2A07}"/>
              </a:ext>
            </a:extLst>
          </p:cNvPr>
          <p:cNvSpPr>
            <a:spLocks xmlns:a="http://schemas.openxmlformats.org/drawingml/2006/main" noGrp="1"/>
          </p:cNvSpPr>
          <p:nvPr/>
        </p:nvSpPr>
        <p:spPr>
          <a:xfrm xmlns:a="http://schemas.openxmlformats.org/drawingml/2006/main">
            <a:off x="666750" y="61150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77C"/>
                </a:solidFill>
                <a:latin typeface="DejaVu Sans"/>
                <a:ea typeface="DejaVu Sans"/>
                <a:cs typeface="DejaVu Sans"/>
              </a:defRPr>
            </a:defPPr>
            <a:lvl1pPr>
              <a:defRPr sz="1575" b="0">
                <a:solidFill>
                  <a:srgbClr val="52677C"/>
                </a:solidFill>
                <a:latin typeface="DejaVu Sans"/>
                <a:ea typeface="DejaVu Sans"/>
                <a:cs typeface="DejaVu Sans"/>
              </a:defRPr>
            </a:lvl1pPr>
            <a:lvl2pPr>
              <a:defRPr sz="1575" b="0">
                <a:solidFill>
                  <a:srgbClr val="52677C"/>
                </a:solidFill>
                <a:latin typeface="DejaVu Sans"/>
                <a:ea typeface="DejaVu Sans"/>
                <a:cs typeface="DejaVu Sans"/>
              </a:defRPr>
            </a:lvl2pPr>
            <a:lvl3pPr>
              <a:defRPr sz="1575" b="0">
                <a:solidFill>
                  <a:srgbClr val="52677C"/>
                </a:solidFill>
                <a:latin typeface="DejaVu Sans"/>
                <a:ea typeface="DejaVu Sans"/>
                <a:cs typeface="DejaVu Sans"/>
              </a:defRPr>
            </a:lvl3pPr>
            <a:lvl4pPr>
              <a:defRPr sz="1575" b="0">
                <a:solidFill>
                  <a:srgbClr val="52677C"/>
                </a:solidFill>
                <a:latin typeface="DejaVu Sans"/>
                <a:ea typeface="DejaVu Sans"/>
                <a:cs typeface="DejaVu Sans"/>
              </a:defRPr>
            </a:lvl4pPr>
            <a:lvl5pPr>
              <a:defRPr sz="1575" b="0">
                <a:solidFill>
                  <a:srgbClr val="52677C"/>
                </a:solidFill>
                <a:latin typeface="DejaVu Sans"/>
                <a:ea typeface="DejaVu Sans"/>
                <a:cs typeface="DejaVu Sans"/>
              </a:defRPr>
            </a:lvl5pPr>
            <a:lvl6pPr>
              <a:defRPr sz="1575" b="0">
                <a:solidFill>
                  <a:srgbClr val="52677C"/>
                </a:solidFill>
                <a:latin typeface="DejaVu Sans"/>
                <a:ea typeface="DejaVu Sans"/>
                <a:cs typeface="DejaVu Sans"/>
              </a:defRPr>
            </a:lvl6pPr>
            <a:lvl7pPr>
              <a:defRPr sz="1575" b="0">
                <a:solidFill>
                  <a:srgbClr val="52677C"/>
                </a:solidFill>
                <a:latin typeface="DejaVu Sans"/>
                <a:ea typeface="DejaVu Sans"/>
                <a:cs typeface="DejaVu Sans"/>
              </a:defRPr>
            </a:lvl7pPr>
            <a:lvl8pPr>
              <a:defRPr sz="1575" b="0">
                <a:solidFill>
                  <a:srgbClr val="52677C"/>
                </a:solidFill>
                <a:latin typeface="DejaVu Sans"/>
                <a:ea typeface="DejaVu Sans"/>
                <a:cs typeface="DejaVu Sans"/>
              </a:defRPr>
            </a:lvl8pPr>
            <a:lvl9pPr>
              <a:defRPr sz="1575" b="0">
                <a:solidFill>
                  <a:srgbClr val="52677C"/>
                </a:solidFill>
                <a:latin typeface="DejaVu Sans"/>
                <a:ea typeface="DejaVu Sans"/>
                <a:cs typeface="DejaVu Sans"/>
              </a:defRPr>
            </a:lvl9pPr>
          </a:lstStyle>
          <a:p xmlns:a="http://schemas.openxmlformats.org/drawingml/2006/main">
            <a:pPr>
              <a:defRPr sz="1575" b="0">
                <a:solidFill>
                  <a:srgbClr val="52677C"/>
                </a:solidFill>
                <a:latin typeface="DejaVu Sans"/>
                <a:ea typeface="DejaVu Sans"/>
                <a:cs typeface="DejaVu Sans"/>
              </a:defRPr>
            </a:pPr>
            <a:r>
              <a:rPr sz="1575" b="0">
                <a:solidFill>
                  <a:srgbClr val="52677C"/>
                </a:solidFill>
                <a:latin typeface="DejaVu Sans"/>
                <a:ea typeface="DejaVu Sans"/>
                <a:cs typeface="DejaVu Sans"/>
              </a:rPr>
              <a:t>El avance depende del registro del personal. No utiliza GPS.</a:t>
            </a:r>
          </a:p>
        </p:txBody>
      </p:sp>
    </p:spTree>
    <p:extLst>
      <p:ext uri="{BB962C8B-B14F-4D97-AF65-F5344CB8AC3E}">
        <p14:creationId xmlns:p14="http://schemas.microsoft.com/office/powerpoint/2010/main" val="6967614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13AA2834-987C-4749-BF77-D58D822B6430}"/>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pPr>
              <a:defRPr sz="3300" b="1">
                <a:solidFill>
                  <a:srgbClr val="17324D"/>
                </a:solidFill>
                <a:latin typeface="DejaVu Sans"/>
                <a:ea typeface="DejaVu Sans"/>
                <a:cs typeface="DejaVu Sans"/>
              </a:defRPr>
            </a:pPr>
            <a:r>
              <a:rPr sz="3300" b="1">
                <a:solidFill>
                  <a:srgbClr val="17324D"/>
                </a:solidFill>
                <a:latin typeface="DejaVu Sans"/>
                <a:ea typeface="DejaVu Sans"/>
                <a:cs typeface="DejaVu Sans"/>
              </a:rPr>
              <a:t>Reportes independientes</a:t>
            </a:r>
          </a:p>
        </p:txBody>
      </p:sp>
      <p:sp>
        <p:nvSpPr>
          <p:cNvPr id="2" name="text-1">
            <a:extLst xmlns:a="http://schemas.openxmlformats.org/drawingml/2006/main">
              <a:ext uri="{FF2B5EF4-FFF2-40B4-BE49-F238E27FC236}">
                <a16:creationId xmlns:a16="http://schemas.microsoft.com/office/drawing/2014/main" id="{A5A449B3-B000-4C37-8CE6-E2BF0B40D7C5}"/>
              </a:ext>
            </a:extLst>
          </p:cNvPr>
          <p:cNvSpPr>
            <a:spLocks xmlns:a="http://schemas.openxmlformats.org/drawingml/2006/main" noGrp="1"/>
          </p:cNvSpPr>
          <p:nvPr/>
        </p:nvSpPr>
        <p:spPr>
          <a:xfrm xmlns:a="http://schemas.openxmlformats.org/drawingml/2006/main">
            <a:off x="666750" y="15144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77C"/>
                </a:solidFill>
                <a:latin typeface="DejaVu Sans"/>
                <a:ea typeface="DejaVu Sans"/>
                <a:cs typeface="DejaVu Sans"/>
              </a:defRPr>
            </a:defPPr>
            <a:lvl1pPr>
              <a:defRPr sz="1800" b="0">
                <a:solidFill>
                  <a:srgbClr val="52677C"/>
                </a:solidFill>
                <a:latin typeface="DejaVu Sans"/>
                <a:ea typeface="DejaVu Sans"/>
                <a:cs typeface="DejaVu Sans"/>
              </a:defRPr>
            </a:lvl1pPr>
            <a:lvl2pPr>
              <a:defRPr sz="1800" b="0">
                <a:solidFill>
                  <a:srgbClr val="52677C"/>
                </a:solidFill>
                <a:latin typeface="DejaVu Sans"/>
                <a:ea typeface="DejaVu Sans"/>
                <a:cs typeface="DejaVu Sans"/>
              </a:defRPr>
            </a:lvl2pPr>
            <a:lvl3pPr>
              <a:defRPr sz="1800" b="0">
                <a:solidFill>
                  <a:srgbClr val="52677C"/>
                </a:solidFill>
                <a:latin typeface="DejaVu Sans"/>
                <a:ea typeface="DejaVu Sans"/>
                <a:cs typeface="DejaVu Sans"/>
              </a:defRPr>
            </a:lvl3pPr>
            <a:lvl4pPr>
              <a:defRPr sz="1800" b="0">
                <a:solidFill>
                  <a:srgbClr val="52677C"/>
                </a:solidFill>
                <a:latin typeface="DejaVu Sans"/>
                <a:ea typeface="DejaVu Sans"/>
                <a:cs typeface="DejaVu Sans"/>
              </a:defRPr>
            </a:lvl4pPr>
            <a:lvl5pPr>
              <a:defRPr sz="1800" b="0">
                <a:solidFill>
                  <a:srgbClr val="52677C"/>
                </a:solidFill>
                <a:latin typeface="DejaVu Sans"/>
                <a:ea typeface="DejaVu Sans"/>
                <a:cs typeface="DejaVu Sans"/>
              </a:defRPr>
            </a:lvl5pPr>
            <a:lvl6pPr>
              <a:defRPr sz="1800" b="0">
                <a:solidFill>
                  <a:srgbClr val="52677C"/>
                </a:solidFill>
                <a:latin typeface="DejaVu Sans"/>
                <a:ea typeface="DejaVu Sans"/>
                <a:cs typeface="DejaVu Sans"/>
              </a:defRPr>
            </a:lvl6pPr>
            <a:lvl7pPr>
              <a:defRPr sz="1800" b="0">
                <a:solidFill>
                  <a:srgbClr val="52677C"/>
                </a:solidFill>
                <a:latin typeface="DejaVu Sans"/>
                <a:ea typeface="DejaVu Sans"/>
                <a:cs typeface="DejaVu Sans"/>
              </a:defRPr>
            </a:lvl7pPr>
            <a:lvl8pPr>
              <a:defRPr sz="1800" b="0">
                <a:solidFill>
                  <a:srgbClr val="52677C"/>
                </a:solidFill>
                <a:latin typeface="DejaVu Sans"/>
                <a:ea typeface="DejaVu Sans"/>
                <a:cs typeface="DejaVu Sans"/>
              </a:defRPr>
            </a:lvl8pPr>
            <a:lvl9pPr>
              <a:defRPr sz="1800" b="0">
                <a:solidFill>
                  <a:srgbClr val="52677C"/>
                </a:solidFill>
                <a:latin typeface="DejaVu Sans"/>
                <a:ea typeface="DejaVu Sans"/>
                <a:cs typeface="DejaVu Sans"/>
              </a:defRPr>
            </a:lvl9pPr>
          </a:lstStyle>
          <a:p xmlns:a="http://schemas.openxmlformats.org/drawingml/2006/main">
            <a:pPr>
              <a:defRPr sz="1800" b="0">
                <a:solidFill>
                  <a:srgbClr val="52677C"/>
                </a:solidFill>
                <a:latin typeface="DejaVu Sans"/>
                <a:ea typeface="DejaVu Sans"/>
                <a:cs typeface="DejaVu Sans"/>
              </a:defRPr>
            </a:pPr>
            <a:r>
              <a:rPr sz="1800" b="0">
                <a:solidFill>
                  <a:srgbClr val="52677C"/>
                </a:solidFill>
                <a:latin typeface="DejaVu Sans"/>
                <a:ea typeface="DejaVu Sans"/>
                <a:cs typeface="DejaVu Sans"/>
              </a:rPr>
              <a:t>El usuario elige un reporte y puede imprimir únicamente esa vista</a:t>
            </a:r>
          </a:p>
        </p:txBody>
      </p:sp>
      <p:sp>
        <p:nvSpPr>
          <p:cNvPr id="3" name="text-2">
            <a:extLst xmlns:a="http://schemas.openxmlformats.org/drawingml/2006/main">
              <a:ext uri="{FF2B5EF4-FFF2-40B4-BE49-F238E27FC236}">
                <a16:creationId xmlns:a16="http://schemas.microsoft.com/office/drawing/2014/main" id="{12B444BF-0A04-4E03-9F4D-5DA120D0B307}"/>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09</a:t>
            </a:r>
          </a:p>
        </p:txBody>
      </p:sp>
      <p:sp>
        <p:nvSpPr>
          <p:cNvPr id="4" name="text-3">
            <a:extLst xmlns:a="http://schemas.openxmlformats.org/drawingml/2006/main">
              <a:ext uri="{FF2B5EF4-FFF2-40B4-BE49-F238E27FC236}">
                <a16:creationId xmlns:a16="http://schemas.microsoft.com/office/drawing/2014/main" id="{F6967937-A7A5-4162-B196-6C232346DDC8}"/>
              </a:ext>
            </a:extLst>
          </p:cNvPr>
          <p:cNvSpPr>
            <a:spLocks xmlns:a="http://schemas.openxmlformats.org/drawingml/2006/main" noGrp="1"/>
          </p:cNvSpPr>
          <p:nvPr/>
        </p:nvSpPr>
        <p:spPr>
          <a:xfrm xmlns:a="http://schemas.openxmlformats.org/drawingml/2006/main">
            <a:off x="666750" y="2238375"/>
            <a:ext cx="4191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24D"/>
                </a:solidFill>
                <a:latin typeface="DejaVu Sans"/>
                <a:ea typeface="DejaVu Sans"/>
                <a:cs typeface="DejaVu Sans"/>
              </a:defRPr>
            </a:defPPr>
            <a:lvl1pPr>
              <a:defRPr sz="2100" b="1">
                <a:solidFill>
                  <a:srgbClr val="17324D"/>
                </a:solidFill>
                <a:latin typeface="DejaVu Sans"/>
                <a:ea typeface="DejaVu Sans"/>
                <a:cs typeface="DejaVu Sans"/>
              </a:defRPr>
            </a:lvl1pPr>
            <a:lvl2pPr>
              <a:defRPr sz="2100" b="1">
                <a:solidFill>
                  <a:srgbClr val="17324D"/>
                </a:solidFill>
                <a:latin typeface="DejaVu Sans"/>
                <a:ea typeface="DejaVu Sans"/>
                <a:cs typeface="DejaVu Sans"/>
              </a:defRPr>
            </a:lvl2pPr>
            <a:lvl3pPr>
              <a:defRPr sz="2100" b="1">
                <a:solidFill>
                  <a:srgbClr val="17324D"/>
                </a:solidFill>
                <a:latin typeface="DejaVu Sans"/>
                <a:ea typeface="DejaVu Sans"/>
                <a:cs typeface="DejaVu Sans"/>
              </a:defRPr>
            </a:lvl3pPr>
            <a:lvl4pPr>
              <a:defRPr sz="2100" b="1">
                <a:solidFill>
                  <a:srgbClr val="17324D"/>
                </a:solidFill>
                <a:latin typeface="DejaVu Sans"/>
                <a:ea typeface="DejaVu Sans"/>
                <a:cs typeface="DejaVu Sans"/>
              </a:defRPr>
            </a:lvl4pPr>
            <a:lvl5pPr>
              <a:defRPr sz="2100" b="1">
                <a:solidFill>
                  <a:srgbClr val="17324D"/>
                </a:solidFill>
                <a:latin typeface="DejaVu Sans"/>
                <a:ea typeface="DejaVu Sans"/>
                <a:cs typeface="DejaVu Sans"/>
              </a:defRPr>
            </a:lvl5pPr>
            <a:lvl6pPr>
              <a:defRPr sz="2100" b="1">
                <a:solidFill>
                  <a:srgbClr val="17324D"/>
                </a:solidFill>
                <a:latin typeface="DejaVu Sans"/>
                <a:ea typeface="DejaVu Sans"/>
                <a:cs typeface="DejaVu Sans"/>
              </a:defRPr>
            </a:lvl6pPr>
            <a:lvl7pPr>
              <a:defRPr sz="2100" b="1">
                <a:solidFill>
                  <a:srgbClr val="17324D"/>
                </a:solidFill>
                <a:latin typeface="DejaVu Sans"/>
                <a:ea typeface="DejaVu Sans"/>
                <a:cs typeface="DejaVu Sans"/>
              </a:defRPr>
            </a:lvl7pPr>
            <a:lvl8pPr>
              <a:defRPr sz="2100" b="1">
                <a:solidFill>
                  <a:srgbClr val="17324D"/>
                </a:solidFill>
                <a:latin typeface="DejaVu Sans"/>
                <a:ea typeface="DejaVu Sans"/>
                <a:cs typeface="DejaVu Sans"/>
              </a:defRPr>
            </a:lvl8pPr>
            <a:lvl9pPr>
              <a:defRPr sz="2100" b="1">
                <a:solidFill>
                  <a:srgbClr val="17324D"/>
                </a:solidFill>
                <a:latin typeface="DejaVu Sans"/>
                <a:ea typeface="DejaVu Sans"/>
                <a:cs typeface="DejaVu Sans"/>
              </a:defRPr>
            </a:lvl9pPr>
          </a:lstStyle>
          <a:p xmlns:a="http://schemas.openxmlformats.org/drawingml/2006/main">
            <a:pPr>
              <a:defRPr sz="2100" b="1">
                <a:solidFill>
                  <a:srgbClr val="17324D"/>
                </a:solidFill>
                <a:latin typeface="DejaVu Sans"/>
                <a:ea typeface="DejaVu Sans"/>
                <a:cs typeface="DejaVu Sans"/>
              </a:defRPr>
            </a:pPr>
            <a:r>
              <a:rPr sz="2100" b="1">
                <a:solidFill>
                  <a:srgbClr val="17324D"/>
                </a:solidFill>
                <a:latin typeface="DejaVu Sans"/>
                <a:ea typeface="DejaVu Sans"/>
                <a:cs typeface="DejaVu Sans"/>
              </a:rPr>
              <a:t>Resumen de líneas</a:t>
            </a:r>
          </a:p>
        </p:txBody>
      </p:sp>
      <p:sp>
        <p:nvSpPr>
          <p:cNvPr id="5" name="text-4">
            <a:extLst xmlns:a="http://schemas.openxmlformats.org/drawingml/2006/main">
              <a:ext uri="{FF2B5EF4-FFF2-40B4-BE49-F238E27FC236}">
                <a16:creationId xmlns:a16="http://schemas.microsoft.com/office/drawing/2014/main" id="{C0ED4512-2B8B-4308-8D51-C5C8A91FB068}"/>
              </a:ext>
            </a:extLst>
          </p:cNvPr>
          <p:cNvSpPr>
            <a:spLocks xmlns:a="http://schemas.openxmlformats.org/drawingml/2006/main" noGrp="1"/>
          </p:cNvSpPr>
          <p:nvPr/>
        </p:nvSpPr>
        <p:spPr>
          <a:xfrm xmlns:a="http://schemas.openxmlformats.org/drawingml/2006/main">
            <a:off x="5143500" y="2238375"/>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C"/>
                </a:solidFill>
                <a:latin typeface="DejaVu Sans"/>
                <a:ea typeface="DejaVu Sans"/>
                <a:cs typeface="DejaVu Sans"/>
              </a:defRPr>
            </a:defPPr>
            <a:lvl1pPr>
              <a:defRPr sz="1875" b="0">
                <a:solidFill>
                  <a:srgbClr val="52677C"/>
                </a:solidFill>
                <a:latin typeface="DejaVu Sans"/>
                <a:ea typeface="DejaVu Sans"/>
                <a:cs typeface="DejaVu Sans"/>
              </a:defRPr>
            </a:lvl1pPr>
            <a:lvl2pPr>
              <a:defRPr sz="1875" b="0">
                <a:solidFill>
                  <a:srgbClr val="52677C"/>
                </a:solidFill>
                <a:latin typeface="DejaVu Sans"/>
                <a:ea typeface="DejaVu Sans"/>
                <a:cs typeface="DejaVu Sans"/>
              </a:defRPr>
            </a:lvl2pPr>
            <a:lvl3pPr>
              <a:defRPr sz="1875" b="0">
                <a:solidFill>
                  <a:srgbClr val="52677C"/>
                </a:solidFill>
                <a:latin typeface="DejaVu Sans"/>
                <a:ea typeface="DejaVu Sans"/>
                <a:cs typeface="DejaVu Sans"/>
              </a:defRPr>
            </a:lvl3pPr>
            <a:lvl4pPr>
              <a:defRPr sz="1875" b="0">
                <a:solidFill>
                  <a:srgbClr val="52677C"/>
                </a:solidFill>
                <a:latin typeface="DejaVu Sans"/>
                <a:ea typeface="DejaVu Sans"/>
                <a:cs typeface="DejaVu Sans"/>
              </a:defRPr>
            </a:lvl4pPr>
            <a:lvl5pPr>
              <a:defRPr sz="1875" b="0">
                <a:solidFill>
                  <a:srgbClr val="52677C"/>
                </a:solidFill>
                <a:latin typeface="DejaVu Sans"/>
                <a:ea typeface="DejaVu Sans"/>
                <a:cs typeface="DejaVu Sans"/>
              </a:defRPr>
            </a:lvl5pPr>
            <a:lvl6pPr>
              <a:defRPr sz="1875" b="0">
                <a:solidFill>
                  <a:srgbClr val="52677C"/>
                </a:solidFill>
                <a:latin typeface="DejaVu Sans"/>
                <a:ea typeface="DejaVu Sans"/>
                <a:cs typeface="DejaVu Sans"/>
              </a:defRPr>
            </a:lvl6pPr>
            <a:lvl7pPr>
              <a:defRPr sz="1875" b="0">
                <a:solidFill>
                  <a:srgbClr val="52677C"/>
                </a:solidFill>
                <a:latin typeface="DejaVu Sans"/>
                <a:ea typeface="DejaVu Sans"/>
                <a:cs typeface="DejaVu Sans"/>
              </a:defRPr>
            </a:lvl7pPr>
            <a:lvl8pPr>
              <a:defRPr sz="1875" b="0">
                <a:solidFill>
                  <a:srgbClr val="52677C"/>
                </a:solidFill>
                <a:latin typeface="DejaVu Sans"/>
                <a:ea typeface="DejaVu Sans"/>
                <a:cs typeface="DejaVu Sans"/>
              </a:defRPr>
            </a:lvl8pPr>
            <a:lvl9pPr>
              <a:defRPr sz="1875" b="0">
                <a:solidFill>
                  <a:srgbClr val="52677C"/>
                </a:solidFill>
                <a:latin typeface="DejaVu Sans"/>
                <a:ea typeface="DejaVu Sans"/>
                <a:cs typeface="DejaVu Sans"/>
              </a:defRPr>
            </a:lvl9pPr>
          </a:lstStyle>
          <a:p xmlns:a="http://schemas.openxmlformats.org/drawingml/2006/main">
            <a:pPr>
              <a:defRPr sz="1875" b="0">
                <a:solidFill>
                  <a:srgbClr val="52677C"/>
                </a:solidFill>
                <a:latin typeface="DejaVu Sans"/>
                <a:ea typeface="DejaVu Sans"/>
                <a:cs typeface="DejaVu Sans"/>
              </a:defRPr>
            </a:pPr>
            <a:r>
              <a:rPr sz="1875" b="0">
                <a:solidFill>
                  <a:srgbClr val="52677C"/>
                </a:solidFill>
                <a:latin typeface="DejaVu Sans"/>
                <a:ea typeface="DejaVu Sans"/>
                <a:cs typeface="DejaVu Sans"/>
              </a:rPr>
              <a:t>Configuración general y relaciones de cada línea.</a:t>
            </a:r>
          </a:p>
        </p:txBody>
      </p:sp>
      <p:sp>
        <p:nvSpPr>
          <p:cNvPr id="6" name="text-5">
            <a:extLst xmlns:a="http://schemas.openxmlformats.org/drawingml/2006/main">
              <a:ext uri="{FF2B5EF4-FFF2-40B4-BE49-F238E27FC236}">
                <a16:creationId xmlns:a16="http://schemas.microsoft.com/office/drawing/2014/main" id="{2397D22F-F0B4-48B3-B3C8-315A5FE9E2A8}"/>
              </a:ext>
            </a:extLst>
          </p:cNvPr>
          <p:cNvSpPr>
            <a:spLocks xmlns:a="http://schemas.openxmlformats.org/drawingml/2006/main" noGrp="1"/>
          </p:cNvSpPr>
          <p:nvPr/>
        </p:nvSpPr>
        <p:spPr>
          <a:xfrm xmlns:a="http://schemas.openxmlformats.org/drawingml/2006/main">
            <a:off x="666750" y="2990850"/>
            <a:ext cx="4191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24D"/>
                </a:solidFill>
                <a:latin typeface="DejaVu Sans"/>
                <a:ea typeface="DejaVu Sans"/>
                <a:cs typeface="DejaVu Sans"/>
              </a:defRPr>
            </a:defPPr>
            <a:lvl1pPr>
              <a:defRPr sz="2100" b="1">
                <a:solidFill>
                  <a:srgbClr val="17324D"/>
                </a:solidFill>
                <a:latin typeface="DejaVu Sans"/>
                <a:ea typeface="DejaVu Sans"/>
                <a:cs typeface="DejaVu Sans"/>
              </a:defRPr>
            </a:lvl1pPr>
            <a:lvl2pPr>
              <a:defRPr sz="2100" b="1">
                <a:solidFill>
                  <a:srgbClr val="17324D"/>
                </a:solidFill>
                <a:latin typeface="DejaVu Sans"/>
                <a:ea typeface="DejaVu Sans"/>
                <a:cs typeface="DejaVu Sans"/>
              </a:defRPr>
            </a:lvl2pPr>
            <a:lvl3pPr>
              <a:defRPr sz="2100" b="1">
                <a:solidFill>
                  <a:srgbClr val="17324D"/>
                </a:solidFill>
                <a:latin typeface="DejaVu Sans"/>
                <a:ea typeface="DejaVu Sans"/>
                <a:cs typeface="DejaVu Sans"/>
              </a:defRPr>
            </a:lvl3pPr>
            <a:lvl4pPr>
              <a:defRPr sz="2100" b="1">
                <a:solidFill>
                  <a:srgbClr val="17324D"/>
                </a:solidFill>
                <a:latin typeface="DejaVu Sans"/>
                <a:ea typeface="DejaVu Sans"/>
                <a:cs typeface="DejaVu Sans"/>
              </a:defRPr>
            </a:lvl4pPr>
            <a:lvl5pPr>
              <a:defRPr sz="2100" b="1">
                <a:solidFill>
                  <a:srgbClr val="17324D"/>
                </a:solidFill>
                <a:latin typeface="DejaVu Sans"/>
                <a:ea typeface="DejaVu Sans"/>
                <a:cs typeface="DejaVu Sans"/>
              </a:defRPr>
            </a:lvl5pPr>
            <a:lvl6pPr>
              <a:defRPr sz="2100" b="1">
                <a:solidFill>
                  <a:srgbClr val="17324D"/>
                </a:solidFill>
                <a:latin typeface="DejaVu Sans"/>
                <a:ea typeface="DejaVu Sans"/>
                <a:cs typeface="DejaVu Sans"/>
              </a:defRPr>
            </a:lvl6pPr>
            <a:lvl7pPr>
              <a:defRPr sz="2100" b="1">
                <a:solidFill>
                  <a:srgbClr val="17324D"/>
                </a:solidFill>
                <a:latin typeface="DejaVu Sans"/>
                <a:ea typeface="DejaVu Sans"/>
                <a:cs typeface="DejaVu Sans"/>
              </a:defRPr>
            </a:lvl7pPr>
            <a:lvl8pPr>
              <a:defRPr sz="2100" b="1">
                <a:solidFill>
                  <a:srgbClr val="17324D"/>
                </a:solidFill>
                <a:latin typeface="DejaVu Sans"/>
                <a:ea typeface="DejaVu Sans"/>
                <a:cs typeface="DejaVu Sans"/>
              </a:defRPr>
            </a:lvl8pPr>
            <a:lvl9pPr>
              <a:defRPr sz="2100" b="1">
                <a:solidFill>
                  <a:srgbClr val="17324D"/>
                </a:solidFill>
                <a:latin typeface="DejaVu Sans"/>
                <a:ea typeface="DejaVu Sans"/>
                <a:cs typeface="DejaVu Sans"/>
              </a:defRPr>
            </a:lvl9pPr>
          </a:lstStyle>
          <a:p xmlns:a="http://schemas.openxmlformats.org/drawingml/2006/main">
            <a:pPr>
              <a:defRPr sz="2100" b="1">
                <a:solidFill>
                  <a:srgbClr val="17324D"/>
                </a:solidFill>
                <a:latin typeface="DejaVu Sans"/>
                <a:ea typeface="DejaVu Sans"/>
                <a:cs typeface="DejaVu Sans"/>
              </a:defRPr>
            </a:pPr>
            <a:r>
              <a:rPr sz="2100" b="1">
                <a:solidFill>
                  <a:srgbClr val="17324D"/>
                </a:solidFill>
                <a:latin typeface="DejaVu Sans"/>
                <a:ea typeface="DejaVu Sans"/>
                <a:cs typeface="DejaVu Sans"/>
              </a:rPr>
              <a:t>Estaciones</a:t>
            </a:r>
          </a:p>
        </p:txBody>
      </p:sp>
      <p:sp>
        <p:nvSpPr>
          <p:cNvPr id="7" name="text-6">
            <a:extLst xmlns:a="http://schemas.openxmlformats.org/drawingml/2006/main">
              <a:ext uri="{FF2B5EF4-FFF2-40B4-BE49-F238E27FC236}">
                <a16:creationId xmlns:a16="http://schemas.microsoft.com/office/drawing/2014/main" id="{B5972C5A-F906-41C9-B2A2-B0A24EC8294D}"/>
              </a:ext>
            </a:extLst>
          </p:cNvPr>
          <p:cNvSpPr>
            <a:spLocks xmlns:a="http://schemas.openxmlformats.org/drawingml/2006/main" noGrp="1"/>
          </p:cNvSpPr>
          <p:nvPr/>
        </p:nvSpPr>
        <p:spPr>
          <a:xfrm xmlns:a="http://schemas.openxmlformats.org/drawingml/2006/main">
            <a:off x="5143500" y="2990850"/>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C"/>
                </a:solidFill>
                <a:latin typeface="DejaVu Sans"/>
                <a:ea typeface="DejaVu Sans"/>
                <a:cs typeface="DejaVu Sans"/>
              </a:defRPr>
            </a:defPPr>
            <a:lvl1pPr>
              <a:defRPr sz="1875" b="0">
                <a:solidFill>
                  <a:srgbClr val="52677C"/>
                </a:solidFill>
                <a:latin typeface="DejaVu Sans"/>
                <a:ea typeface="DejaVu Sans"/>
                <a:cs typeface="DejaVu Sans"/>
              </a:defRPr>
            </a:lvl1pPr>
            <a:lvl2pPr>
              <a:defRPr sz="1875" b="0">
                <a:solidFill>
                  <a:srgbClr val="52677C"/>
                </a:solidFill>
                <a:latin typeface="DejaVu Sans"/>
                <a:ea typeface="DejaVu Sans"/>
                <a:cs typeface="DejaVu Sans"/>
              </a:defRPr>
            </a:lvl2pPr>
            <a:lvl3pPr>
              <a:defRPr sz="1875" b="0">
                <a:solidFill>
                  <a:srgbClr val="52677C"/>
                </a:solidFill>
                <a:latin typeface="DejaVu Sans"/>
                <a:ea typeface="DejaVu Sans"/>
                <a:cs typeface="DejaVu Sans"/>
              </a:defRPr>
            </a:lvl3pPr>
            <a:lvl4pPr>
              <a:defRPr sz="1875" b="0">
                <a:solidFill>
                  <a:srgbClr val="52677C"/>
                </a:solidFill>
                <a:latin typeface="DejaVu Sans"/>
                <a:ea typeface="DejaVu Sans"/>
                <a:cs typeface="DejaVu Sans"/>
              </a:defRPr>
            </a:lvl4pPr>
            <a:lvl5pPr>
              <a:defRPr sz="1875" b="0">
                <a:solidFill>
                  <a:srgbClr val="52677C"/>
                </a:solidFill>
                <a:latin typeface="DejaVu Sans"/>
                <a:ea typeface="DejaVu Sans"/>
                <a:cs typeface="DejaVu Sans"/>
              </a:defRPr>
            </a:lvl5pPr>
            <a:lvl6pPr>
              <a:defRPr sz="1875" b="0">
                <a:solidFill>
                  <a:srgbClr val="52677C"/>
                </a:solidFill>
                <a:latin typeface="DejaVu Sans"/>
                <a:ea typeface="DejaVu Sans"/>
                <a:cs typeface="DejaVu Sans"/>
              </a:defRPr>
            </a:lvl6pPr>
            <a:lvl7pPr>
              <a:defRPr sz="1875" b="0">
                <a:solidFill>
                  <a:srgbClr val="52677C"/>
                </a:solidFill>
                <a:latin typeface="DejaVu Sans"/>
                <a:ea typeface="DejaVu Sans"/>
                <a:cs typeface="DejaVu Sans"/>
              </a:defRPr>
            </a:lvl7pPr>
            <a:lvl8pPr>
              <a:defRPr sz="1875" b="0">
                <a:solidFill>
                  <a:srgbClr val="52677C"/>
                </a:solidFill>
                <a:latin typeface="DejaVu Sans"/>
                <a:ea typeface="DejaVu Sans"/>
                <a:cs typeface="DejaVu Sans"/>
              </a:defRPr>
            </a:lvl8pPr>
            <a:lvl9pPr>
              <a:defRPr sz="1875" b="0">
                <a:solidFill>
                  <a:srgbClr val="52677C"/>
                </a:solidFill>
                <a:latin typeface="DejaVu Sans"/>
                <a:ea typeface="DejaVu Sans"/>
                <a:cs typeface="DejaVu Sans"/>
              </a:defRPr>
            </a:lvl9pPr>
          </a:lstStyle>
          <a:p xmlns:a="http://schemas.openxmlformats.org/drawingml/2006/main">
            <a:pPr>
              <a:defRPr sz="1875" b="0">
                <a:solidFill>
                  <a:srgbClr val="52677C"/>
                </a:solidFill>
                <a:latin typeface="DejaVu Sans"/>
                <a:ea typeface="DejaVu Sans"/>
                <a:cs typeface="DejaVu Sans"/>
              </a:defRPr>
            </a:pPr>
            <a:r>
              <a:rPr sz="1875" b="0">
                <a:solidFill>
                  <a:srgbClr val="52677C"/>
                </a:solidFill>
                <a:latin typeface="DejaVu Sans"/>
                <a:ea typeface="DejaVu Sans"/>
                <a:cs typeface="DejaVu Sans"/>
              </a:rPr>
              <a:t>Datos de las estaciones y sus asociaciones.</a:t>
            </a:r>
          </a:p>
        </p:txBody>
      </p:sp>
      <p:sp>
        <p:nvSpPr>
          <p:cNvPr id="8" name="text-7">
            <a:extLst xmlns:a="http://schemas.openxmlformats.org/drawingml/2006/main">
              <a:ext uri="{FF2B5EF4-FFF2-40B4-BE49-F238E27FC236}">
                <a16:creationId xmlns:a16="http://schemas.microsoft.com/office/drawing/2014/main" id="{6E6D0B37-432C-4FA2-BD72-C85E055D1086}"/>
              </a:ext>
            </a:extLst>
          </p:cNvPr>
          <p:cNvSpPr>
            <a:spLocks xmlns:a="http://schemas.openxmlformats.org/drawingml/2006/main" noGrp="1"/>
          </p:cNvSpPr>
          <p:nvPr/>
        </p:nvSpPr>
        <p:spPr>
          <a:xfrm xmlns:a="http://schemas.openxmlformats.org/drawingml/2006/main">
            <a:off x="666750" y="3743325"/>
            <a:ext cx="4191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24D"/>
                </a:solidFill>
                <a:latin typeface="DejaVu Sans"/>
                <a:ea typeface="DejaVu Sans"/>
                <a:cs typeface="DejaVu Sans"/>
              </a:defRPr>
            </a:defPPr>
            <a:lvl1pPr>
              <a:defRPr sz="2100" b="1">
                <a:solidFill>
                  <a:srgbClr val="17324D"/>
                </a:solidFill>
                <a:latin typeface="DejaVu Sans"/>
                <a:ea typeface="DejaVu Sans"/>
                <a:cs typeface="DejaVu Sans"/>
              </a:defRPr>
            </a:lvl1pPr>
            <a:lvl2pPr>
              <a:defRPr sz="2100" b="1">
                <a:solidFill>
                  <a:srgbClr val="17324D"/>
                </a:solidFill>
                <a:latin typeface="DejaVu Sans"/>
                <a:ea typeface="DejaVu Sans"/>
                <a:cs typeface="DejaVu Sans"/>
              </a:defRPr>
            </a:lvl2pPr>
            <a:lvl3pPr>
              <a:defRPr sz="2100" b="1">
                <a:solidFill>
                  <a:srgbClr val="17324D"/>
                </a:solidFill>
                <a:latin typeface="DejaVu Sans"/>
                <a:ea typeface="DejaVu Sans"/>
                <a:cs typeface="DejaVu Sans"/>
              </a:defRPr>
            </a:lvl3pPr>
            <a:lvl4pPr>
              <a:defRPr sz="2100" b="1">
                <a:solidFill>
                  <a:srgbClr val="17324D"/>
                </a:solidFill>
                <a:latin typeface="DejaVu Sans"/>
                <a:ea typeface="DejaVu Sans"/>
                <a:cs typeface="DejaVu Sans"/>
              </a:defRPr>
            </a:lvl4pPr>
            <a:lvl5pPr>
              <a:defRPr sz="2100" b="1">
                <a:solidFill>
                  <a:srgbClr val="17324D"/>
                </a:solidFill>
                <a:latin typeface="DejaVu Sans"/>
                <a:ea typeface="DejaVu Sans"/>
                <a:cs typeface="DejaVu Sans"/>
              </a:defRPr>
            </a:lvl5pPr>
            <a:lvl6pPr>
              <a:defRPr sz="2100" b="1">
                <a:solidFill>
                  <a:srgbClr val="17324D"/>
                </a:solidFill>
                <a:latin typeface="DejaVu Sans"/>
                <a:ea typeface="DejaVu Sans"/>
                <a:cs typeface="DejaVu Sans"/>
              </a:defRPr>
            </a:lvl6pPr>
            <a:lvl7pPr>
              <a:defRPr sz="2100" b="1">
                <a:solidFill>
                  <a:srgbClr val="17324D"/>
                </a:solidFill>
                <a:latin typeface="DejaVu Sans"/>
                <a:ea typeface="DejaVu Sans"/>
                <a:cs typeface="DejaVu Sans"/>
              </a:defRPr>
            </a:lvl7pPr>
            <a:lvl8pPr>
              <a:defRPr sz="2100" b="1">
                <a:solidFill>
                  <a:srgbClr val="17324D"/>
                </a:solidFill>
                <a:latin typeface="DejaVu Sans"/>
                <a:ea typeface="DejaVu Sans"/>
                <a:cs typeface="DejaVu Sans"/>
              </a:defRPr>
            </a:lvl8pPr>
            <a:lvl9pPr>
              <a:defRPr sz="2100" b="1">
                <a:solidFill>
                  <a:srgbClr val="17324D"/>
                </a:solidFill>
                <a:latin typeface="DejaVu Sans"/>
                <a:ea typeface="DejaVu Sans"/>
                <a:cs typeface="DejaVu Sans"/>
              </a:defRPr>
            </a:lvl9pPr>
          </a:lstStyle>
          <a:p xmlns:a="http://schemas.openxmlformats.org/drawingml/2006/main">
            <a:pPr>
              <a:defRPr sz="2100" b="1">
                <a:solidFill>
                  <a:srgbClr val="17324D"/>
                </a:solidFill>
                <a:latin typeface="DejaVu Sans"/>
                <a:ea typeface="DejaVu Sans"/>
                <a:cs typeface="DejaVu Sans"/>
              </a:defRPr>
            </a:pPr>
            <a:r>
              <a:rPr sz="2100" b="1">
                <a:solidFill>
                  <a:srgbClr val="17324D"/>
                </a:solidFill>
                <a:latin typeface="DejaVu Sans"/>
                <a:ea typeface="DejaVu Sans"/>
                <a:cs typeface="DejaVu Sans"/>
              </a:rPr>
              <a:t>Buses por línea</a:t>
            </a:r>
          </a:p>
        </p:txBody>
      </p:sp>
      <p:sp>
        <p:nvSpPr>
          <p:cNvPr id="9" name="text-8">
            <a:extLst xmlns:a="http://schemas.openxmlformats.org/drawingml/2006/main">
              <a:ext uri="{FF2B5EF4-FFF2-40B4-BE49-F238E27FC236}">
                <a16:creationId xmlns:a16="http://schemas.microsoft.com/office/drawing/2014/main" id="{441E0241-CB4B-47D3-9336-F1D6B58EAEE3}"/>
              </a:ext>
            </a:extLst>
          </p:cNvPr>
          <p:cNvSpPr>
            <a:spLocks xmlns:a="http://schemas.openxmlformats.org/drawingml/2006/main" noGrp="1"/>
          </p:cNvSpPr>
          <p:nvPr/>
        </p:nvSpPr>
        <p:spPr>
          <a:xfrm xmlns:a="http://schemas.openxmlformats.org/drawingml/2006/main">
            <a:off x="5143500" y="3743325"/>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C"/>
                </a:solidFill>
                <a:latin typeface="DejaVu Sans"/>
                <a:ea typeface="DejaVu Sans"/>
                <a:cs typeface="DejaVu Sans"/>
              </a:defRPr>
            </a:defPPr>
            <a:lvl1pPr>
              <a:defRPr sz="1875" b="0">
                <a:solidFill>
                  <a:srgbClr val="52677C"/>
                </a:solidFill>
                <a:latin typeface="DejaVu Sans"/>
                <a:ea typeface="DejaVu Sans"/>
                <a:cs typeface="DejaVu Sans"/>
              </a:defRPr>
            </a:lvl1pPr>
            <a:lvl2pPr>
              <a:defRPr sz="1875" b="0">
                <a:solidFill>
                  <a:srgbClr val="52677C"/>
                </a:solidFill>
                <a:latin typeface="DejaVu Sans"/>
                <a:ea typeface="DejaVu Sans"/>
                <a:cs typeface="DejaVu Sans"/>
              </a:defRPr>
            </a:lvl2pPr>
            <a:lvl3pPr>
              <a:defRPr sz="1875" b="0">
                <a:solidFill>
                  <a:srgbClr val="52677C"/>
                </a:solidFill>
                <a:latin typeface="DejaVu Sans"/>
                <a:ea typeface="DejaVu Sans"/>
                <a:cs typeface="DejaVu Sans"/>
              </a:defRPr>
            </a:lvl3pPr>
            <a:lvl4pPr>
              <a:defRPr sz="1875" b="0">
                <a:solidFill>
                  <a:srgbClr val="52677C"/>
                </a:solidFill>
                <a:latin typeface="DejaVu Sans"/>
                <a:ea typeface="DejaVu Sans"/>
                <a:cs typeface="DejaVu Sans"/>
              </a:defRPr>
            </a:lvl4pPr>
            <a:lvl5pPr>
              <a:defRPr sz="1875" b="0">
                <a:solidFill>
                  <a:srgbClr val="52677C"/>
                </a:solidFill>
                <a:latin typeface="DejaVu Sans"/>
                <a:ea typeface="DejaVu Sans"/>
                <a:cs typeface="DejaVu Sans"/>
              </a:defRPr>
            </a:lvl5pPr>
            <a:lvl6pPr>
              <a:defRPr sz="1875" b="0">
                <a:solidFill>
                  <a:srgbClr val="52677C"/>
                </a:solidFill>
                <a:latin typeface="DejaVu Sans"/>
                <a:ea typeface="DejaVu Sans"/>
                <a:cs typeface="DejaVu Sans"/>
              </a:defRPr>
            </a:lvl6pPr>
            <a:lvl7pPr>
              <a:defRPr sz="1875" b="0">
                <a:solidFill>
                  <a:srgbClr val="52677C"/>
                </a:solidFill>
                <a:latin typeface="DejaVu Sans"/>
                <a:ea typeface="DejaVu Sans"/>
                <a:cs typeface="DejaVu Sans"/>
              </a:defRPr>
            </a:lvl7pPr>
            <a:lvl8pPr>
              <a:defRPr sz="1875" b="0">
                <a:solidFill>
                  <a:srgbClr val="52677C"/>
                </a:solidFill>
                <a:latin typeface="DejaVu Sans"/>
                <a:ea typeface="DejaVu Sans"/>
                <a:cs typeface="DejaVu Sans"/>
              </a:defRPr>
            </a:lvl8pPr>
            <a:lvl9pPr>
              <a:defRPr sz="1875" b="0">
                <a:solidFill>
                  <a:srgbClr val="52677C"/>
                </a:solidFill>
                <a:latin typeface="DejaVu Sans"/>
                <a:ea typeface="DejaVu Sans"/>
                <a:cs typeface="DejaVu Sans"/>
              </a:defRPr>
            </a:lvl9pPr>
          </a:lstStyle>
          <a:p xmlns:a="http://schemas.openxmlformats.org/drawingml/2006/main">
            <a:pPr>
              <a:defRPr sz="1875" b="0">
                <a:solidFill>
                  <a:srgbClr val="52677C"/>
                </a:solidFill>
                <a:latin typeface="DejaVu Sans"/>
                <a:ea typeface="DejaVu Sans"/>
                <a:cs typeface="DejaVu Sans"/>
              </a:defRPr>
            </a:pPr>
            <a:r>
              <a:rPr sz="1875" b="0">
                <a:solidFill>
                  <a:srgbClr val="52677C"/>
                </a:solidFill>
                <a:latin typeface="DejaVu Sans"/>
                <a:ea typeface="DejaVu Sans"/>
                <a:cs typeface="DejaVu Sans"/>
              </a:rPr>
              <a:t>Consulta de la asignación vigente de la flota.</a:t>
            </a:r>
          </a:p>
        </p:txBody>
      </p:sp>
      <p:sp>
        <p:nvSpPr>
          <p:cNvPr id="10" name="text-9">
            <a:extLst xmlns:a="http://schemas.openxmlformats.org/drawingml/2006/main">
              <a:ext uri="{FF2B5EF4-FFF2-40B4-BE49-F238E27FC236}">
                <a16:creationId xmlns:a16="http://schemas.microsoft.com/office/drawing/2014/main" id="{52FDF019-39B3-42D3-A9FE-000B21FBCEF9}"/>
              </a:ext>
            </a:extLst>
          </p:cNvPr>
          <p:cNvSpPr>
            <a:spLocks xmlns:a="http://schemas.openxmlformats.org/drawingml/2006/main" noGrp="1"/>
          </p:cNvSpPr>
          <p:nvPr/>
        </p:nvSpPr>
        <p:spPr>
          <a:xfrm xmlns:a="http://schemas.openxmlformats.org/drawingml/2006/main">
            <a:off x="666750" y="4495800"/>
            <a:ext cx="4191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24D"/>
                </a:solidFill>
                <a:latin typeface="DejaVu Sans"/>
                <a:ea typeface="DejaVu Sans"/>
                <a:cs typeface="DejaVu Sans"/>
              </a:defRPr>
            </a:defPPr>
            <a:lvl1pPr>
              <a:defRPr sz="2100" b="1">
                <a:solidFill>
                  <a:srgbClr val="17324D"/>
                </a:solidFill>
                <a:latin typeface="DejaVu Sans"/>
                <a:ea typeface="DejaVu Sans"/>
                <a:cs typeface="DejaVu Sans"/>
              </a:defRPr>
            </a:lvl1pPr>
            <a:lvl2pPr>
              <a:defRPr sz="2100" b="1">
                <a:solidFill>
                  <a:srgbClr val="17324D"/>
                </a:solidFill>
                <a:latin typeface="DejaVu Sans"/>
                <a:ea typeface="DejaVu Sans"/>
                <a:cs typeface="DejaVu Sans"/>
              </a:defRPr>
            </a:lvl2pPr>
            <a:lvl3pPr>
              <a:defRPr sz="2100" b="1">
                <a:solidFill>
                  <a:srgbClr val="17324D"/>
                </a:solidFill>
                <a:latin typeface="DejaVu Sans"/>
                <a:ea typeface="DejaVu Sans"/>
                <a:cs typeface="DejaVu Sans"/>
              </a:defRPr>
            </a:lvl3pPr>
            <a:lvl4pPr>
              <a:defRPr sz="2100" b="1">
                <a:solidFill>
                  <a:srgbClr val="17324D"/>
                </a:solidFill>
                <a:latin typeface="DejaVu Sans"/>
                <a:ea typeface="DejaVu Sans"/>
                <a:cs typeface="DejaVu Sans"/>
              </a:defRPr>
            </a:lvl4pPr>
            <a:lvl5pPr>
              <a:defRPr sz="2100" b="1">
                <a:solidFill>
                  <a:srgbClr val="17324D"/>
                </a:solidFill>
                <a:latin typeface="DejaVu Sans"/>
                <a:ea typeface="DejaVu Sans"/>
                <a:cs typeface="DejaVu Sans"/>
              </a:defRPr>
            </a:lvl5pPr>
            <a:lvl6pPr>
              <a:defRPr sz="2100" b="1">
                <a:solidFill>
                  <a:srgbClr val="17324D"/>
                </a:solidFill>
                <a:latin typeface="DejaVu Sans"/>
                <a:ea typeface="DejaVu Sans"/>
                <a:cs typeface="DejaVu Sans"/>
              </a:defRPr>
            </a:lvl6pPr>
            <a:lvl7pPr>
              <a:defRPr sz="2100" b="1">
                <a:solidFill>
                  <a:srgbClr val="17324D"/>
                </a:solidFill>
                <a:latin typeface="DejaVu Sans"/>
                <a:ea typeface="DejaVu Sans"/>
                <a:cs typeface="DejaVu Sans"/>
              </a:defRPr>
            </a:lvl7pPr>
            <a:lvl8pPr>
              <a:defRPr sz="2100" b="1">
                <a:solidFill>
                  <a:srgbClr val="17324D"/>
                </a:solidFill>
                <a:latin typeface="DejaVu Sans"/>
                <a:ea typeface="DejaVu Sans"/>
                <a:cs typeface="DejaVu Sans"/>
              </a:defRPr>
            </a:lvl8pPr>
            <a:lvl9pPr>
              <a:defRPr sz="2100" b="1">
                <a:solidFill>
                  <a:srgbClr val="17324D"/>
                </a:solidFill>
                <a:latin typeface="DejaVu Sans"/>
                <a:ea typeface="DejaVu Sans"/>
                <a:cs typeface="DejaVu Sans"/>
              </a:defRPr>
            </a:lvl9pPr>
          </a:lstStyle>
          <a:p xmlns:a="http://schemas.openxmlformats.org/drawingml/2006/main">
            <a:pPr>
              <a:defRPr sz="2100" b="1">
                <a:solidFill>
                  <a:srgbClr val="17324D"/>
                </a:solidFill>
                <a:latin typeface="DejaVu Sans"/>
                <a:ea typeface="DejaVu Sans"/>
                <a:cs typeface="DejaVu Sans"/>
              </a:defRPr>
            </a:pPr>
            <a:r>
              <a:rPr sz="2100" b="1">
                <a:solidFill>
                  <a:srgbClr val="17324D"/>
                </a:solidFill>
                <a:latin typeface="DejaVu Sans"/>
                <a:ea typeface="DejaVu Sans"/>
                <a:cs typeface="DejaVu Sans"/>
              </a:rPr>
              <a:t>Recorridos</a:t>
            </a:r>
          </a:p>
        </p:txBody>
      </p:sp>
      <p:sp>
        <p:nvSpPr>
          <p:cNvPr id="11" name="text-10">
            <a:extLst xmlns:a="http://schemas.openxmlformats.org/drawingml/2006/main">
              <a:ext uri="{FF2B5EF4-FFF2-40B4-BE49-F238E27FC236}">
                <a16:creationId xmlns:a16="http://schemas.microsoft.com/office/drawing/2014/main" id="{27994EC0-464A-4D70-A90E-CDA867CB7C38}"/>
              </a:ext>
            </a:extLst>
          </p:cNvPr>
          <p:cNvSpPr>
            <a:spLocks xmlns:a="http://schemas.openxmlformats.org/drawingml/2006/main" noGrp="1"/>
          </p:cNvSpPr>
          <p:nvPr/>
        </p:nvSpPr>
        <p:spPr>
          <a:xfrm xmlns:a="http://schemas.openxmlformats.org/drawingml/2006/main">
            <a:off x="5143500" y="4495800"/>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C"/>
                </a:solidFill>
                <a:latin typeface="DejaVu Sans"/>
                <a:ea typeface="DejaVu Sans"/>
                <a:cs typeface="DejaVu Sans"/>
              </a:defRPr>
            </a:defPPr>
            <a:lvl1pPr>
              <a:defRPr sz="1875" b="0">
                <a:solidFill>
                  <a:srgbClr val="52677C"/>
                </a:solidFill>
                <a:latin typeface="DejaVu Sans"/>
                <a:ea typeface="DejaVu Sans"/>
                <a:cs typeface="DejaVu Sans"/>
              </a:defRPr>
            </a:lvl1pPr>
            <a:lvl2pPr>
              <a:defRPr sz="1875" b="0">
                <a:solidFill>
                  <a:srgbClr val="52677C"/>
                </a:solidFill>
                <a:latin typeface="DejaVu Sans"/>
                <a:ea typeface="DejaVu Sans"/>
                <a:cs typeface="DejaVu Sans"/>
              </a:defRPr>
            </a:lvl2pPr>
            <a:lvl3pPr>
              <a:defRPr sz="1875" b="0">
                <a:solidFill>
                  <a:srgbClr val="52677C"/>
                </a:solidFill>
                <a:latin typeface="DejaVu Sans"/>
                <a:ea typeface="DejaVu Sans"/>
                <a:cs typeface="DejaVu Sans"/>
              </a:defRPr>
            </a:lvl3pPr>
            <a:lvl4pPr>
              <a:defRPr sz="1875" b="0">
                <a:solidFill>
                  <a:srgbClr val="52677C"/>
                </a:solidFill>
                <a:latin typeface="DejaVu Sans"/>
                <a:ea typeface="DejaVu Sans"/>
                <a:cs typeface="DejaVu Sans"/>
              </a:defRPr>
            </a:lvl4pPr>
            <a:lvl5pPr>
              <a:defRPr sz="1875" b="0">
                <a:solidFill>
                  <a:srgbClr val="52677C"/>
                </a:solidFill>
                <a:latin typeface="DejaVu Sans"/>
                <a:ea typeface="DejaVu Sans"/>
                <a:cs typeface="DejaVu Sans"/>
              </a:defRPr>
            </a:lvl5pPr>
            <a:lvl6pPr>
              <a:defRPr sz="1875" b="0">
                <a:solidFill>
                  <a:srgbClr val="52677C"/>
                </a:solidFill>
                <a:latin typeface="DejaVu Sans"/>
                <a:ea typeface="DejaVu Sans"/>
                <a:cs typeface="DejaVu Sans"/>
              </a:defRPr>
            </a:lvl6pPr>
            <a:lvl7pPr>
              <a:defRPr sz="1875" b="0">
                <a:solidFill>
                  <a:srgbClr val="52677C"/>
                </a:solidFill>
                <a:latin typeface="DejaVu Sans"/>
                <a:ea typeface="DejaVu Sans"/>
                <a:cs typeface="DejaVu Sans"/>
              </a:defRPr>
            </a:lvl7pPr>
            <a:lvl8pPr>
              <a:defRPr sz="1875" b="0">
                <a:solidFill>
                  <a:srgbClr val="52677C"/>
                </a:solidFill>
                <a:latin typeface="DejaVu Sans"/>
                <a:ea typeface="DejaVu Sans"/>
                <a:cs typeface="DejaVu Sans"/>
              </a:defRPr>
            </a:lvl8pPr>
            <a:lvl9pPr>
              <a:defRPr sz="1875" b="0">
                <a:solidFill>
                  <a:srgbClr val="52677C"/>
                </a:solidFill>
                <a:latin typeface="DejaVu Sans"/>
                <a:ea typeface="DejaVu Sans"/>
                <a:cs typeface="DejaVu Sans"/>
              </a:defRPr>
            </a:lvl9pPr>
          </a:lstStyle>
          <a:p xmlns:a="http://schemas.openxmlformats.org/drawingml/2006/main">
            <a:pPr>
              <a:defRPr sz="1875" b="0">
                <a:solidFill>
                  <a:srgbClr val="52677C"/>
                </a:solidFill>
                <a:latin typeface="DejaVu Sans"/>
                <a:ea typeface="DejaVu Sans"/>
                <a:cs typeface="DejaVu Sans"/>
              </a:defRPr>
            </a:pPr>
            <a:r>
              <a:rPr sz="1875" b="0">
                <a:solidFill>
                  <a:srgbClr val="52677C"/>
                </a:solidFill>
                <a:latin typeface="DejaVu Sans"/>
                <a:ea typeface="DejaVu Sans"/>
                <a:cs typeface="DejaVu Sans"/>
              </a:rPr>
              <a:t>Trazado de estaciones en el orden configurado.</a:t>
            </a:r>
          </a:p>
        </p:txBody>
      </p:sp>
      <p:sp>
        <p:nvSpPr>
          <p:cNvPr id="12" name="text-11">
            <a:extLst xmlns:a="http://schemas.openxmlformats.org/drawingml/2006/main">
              <a:ext uri="{FF2B5EF4-FFF2-40B4-BE49-F238E27FC236}">
                <a16:creationId xmlns:a16="http://schemas.microsoft.com/office/drawing/2014/main" id="{74E78568-CCF5-4A8C-93CE-C879C03D1601}"/>
              </a:ext>
            </a:extLst>
          </p:cNvPr>
          <p:cNvSpPr>
            <a:spLocks xmlns:a="http://schemas.openxmlformats.org/drawingml/2006/main" noGrp="1"/>
          </p:cNvSpPr>
          <p:nvPr/>
        </p:nvSpPr>
        <p:spPr>
          <a:xfrm xmlns:a="http://schemas.openxmlformats.org/drawingml/2006/main">
            <a:off x="666750" y="5248275"/>
            <a:ext cx="4191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7324D"/>
                </a:solidFill>
                <a:latin typeface="DejaVu Sans"/>
                <a:ea typeface="DejaVu Sans"/>
                <a:cs typeface="DejaVu Sans"/>
              </a:defRPr>
            </a:defPPr>
            <a:lvl1pPr>
              <a:defRPr sz="2100" b="1">
                <a:solidFill>
                  <a:srgbClr val="17324D"/>
                </a:solidFill>
                <a:latin typeface="DejaVu Sans"/>
                <a:ea typeface="DejaVu Sans"/>
                <a:cs typeface="DejaVu Sans"/>
              </a:defRPr>
            </a:lvl1pPr>
            <a:lvl2pPr>
              <a:defRPr sz="2100" b="1">
                <a:solidFill>
                  <a:srgbClr val="17324D"/>
                </a:solidFill>
                <a:latin typeface="DejaVu Sans"/>
                <a:ea typeface="DejaVu Sans"/>
                <a:cs typeface="DejaVu Sans"/>
              </a:defRPr>
            </a:lvl2pPr>
            <a:lvl3pPr>
              <a:defRPr sz="2100" b="1">
                <a:solidFill>
                  <a:srgbClr val="17324D"/>
                </a:solidFill>
                <a:latin typeface="DejaVu Sans"/>
                <a:ea typeface="DejaVu Sans"/>
                <a:cs typeface="DejaVu Sans"/>
              </a:defRPr>
            </a:lvl3pPr>
            <a:lvl4pPr>
              <a:defRPr sz="2100" b="1">
                <a:solidFill>
                  <a:srgbClr val="17324D"/>
                </a:solidFill>
                <a:latin typeface="DejaVu Sans"/>
                <a:ea typeface="DejaVu Sans"/>
                <a:cs typeface="DejaVu Sans"/>
              </a:defRPr>
            </a:lvl4pPr>
            <a:lvl5pPr>
              <a:defRPr sz="2100" b="1">
                <a:solidFill>
                  <a:srgbClr val="17324D"/>
                </a:solidFill>
                <a:latin typeface="DejaVu Sans"/>
                <a:ea typeface="DejaVu Sans"/>
                <a:cs typeface="DejaVu Sans"/>
              </a:defRPr>
            </a:lvl5pPr>
            <a:lvl6pPr>
              <a:defRPr sz="2100" b="1">
                <a:solidFill>
                  <a:srgbClr val="17324D"/>
                </a:solidFill>
                <a:latin typeface="DejaVu Sans"/>
                <a:ea typeface="DejaVu Sans"/>
                <a:cs typeface="DejaVu Sans"/>
              </a:defRPr>
            </a:lvl6pPr>
            <a:lvl7pPr>
              <a:defRPr sz="2100" b="1">
                <a:solidFill>
                  <a:srgbClr val="17324D"/>
                </a:solidFill>
                <a:latin typeface="DejaVu Sans"/>
                <a:ea typeface="DejaVu Sans"/>
                <a:cs typeface="DejaVu Sans"/>
              </a:defRPr>
            </a:lvl7pPr>
            <a:lvl8pPr>
              <a:defRPr sz="2100" b="1">
                <a:solidFill>
                  <a:srgbClr val="17324D"/>
                </a:solidFill>
                <a:latin typeface="DejaVu Sans"/>
                <a:ea typeface="DejaVu Sans"/>
                <a:cs typeface="DejaVu Sans"/>
              </a:defRPr>
            </a:lvl8pPr>
            <a:lvl9pPr>
              <a:defRPr sz="2100" b="1">
                <a:solidFill>
                  <a:srgbClr val="17324D"/>
                </a:solidFill>
                <a:latin typeface="DejaVu Sans"/>
                <a:ea typeface="DejaVu Sans"/>
                <a:cs typeface="DejaVu Sans"/>
              </a:defRPr>
            </a:lvl9pPr>
          </a:lstStyle>
          <a:p xmlns:a="http://schemas.openxmlformats.org/drawingml/2006/main">
            <a:pPr>
              <a:defRPr sz="2100" b="1">
                <a:solidFill>
                  <a:srgbClr val="17324D"/>
                </a:solidFill>
                <a:latin typeface="DejaVu Sans"/>
                <a:ea typeface="DejaVu Sans"/>
                <a:cs typeface="DejaVu Sans"/>
              </a:defRPr>
            </a:pPr>
            <a:r>
              <a:rPr sz="2100" b="1">
                <a:solidFill>
                  <a:srgbClr val="17324D"/>
                </a:solidFill>
                <a:latin typeface="DejaVu Sans"/>
                <a:ea typeface="DejaVu Sans"/>
                <a:cs typeface="DejaVu Sans"/>
              </a:rPr>
              <a:t>Bitácora de auditoría</a:t>
            </a:r>
          </a:p>
        </p:txBody>
      </p:sp>
      <p:sp>
        <p:nvSpPr>
          <p:cNvPr id="13" name="text-12">
            <a:extLst xmlns:a="http://schemas.openxmlformats.org/drawingml/2006/main">
              <a:ext uri="{FF2B5EF4-FFF2-40B4-BE49-F238E27FC236}">
                <a16:creationId xmlns:a16="http://schemas.microsoft.com/office/drawing/2014/main" id="{4E14C371-0AB5-4067-AA42-1B0253A6A24E}"/>
              </a:ext>
            </a:extLst>
          </p:cNvPr>
          <p:cNvSpPr>
            <a:spLocks xmlns:a="http://schemas.openxmlformats.org/drawingml/2006/main" noGrp="1"/>
          </p:cNvSpPr>
          <p:nvPr/>
        </p:nvSpPr>
        <p:spPr>
          <a:xfrm xmlns:a="http://schemas.openxmlformats.org/drawingml/2006/main">
            <a:off x="5143500" y="5248275"/>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2677C"/>
                </a:solidFill>
                <a:latin typeface="DejaVu Sans"/>
                <a:ea typeface="DejaVu Sans"/>
                <a:cs typeface="DejaVu Sans"/>
              </a:defRPr>
            </a:defPPr>
            <a:lvl1pPr>
              <a:defRPr sz="1875" b="0">
                <a:solidFill>
                  <a:srgbClr val="52677C"/>
                </a:solidFill>
                <a:latin typeface="DejaVu Sans"/>
                <a:ea typeface="DejaVu Sans"/>
                <a:cs typeface="DejaVu Sans"/>
              </a:defRPr>
            </a:lvl1pPr>
            <a:lvl2pPr>
              <a:defRPr sz="1875" b="0">
                <a:solidFill>
                  <a:srgbClr val="52677C"/>
                </a:solidFill>
                <a:latin typeface="DejaVu Sans"/>
                <a:ea typeface="DejaVu Sans"/>
                <a:cs typeface="DejaVu Sans"/>
              </a:defRPr>
            </a:lvl2pPr>
            <a:lvl3pPr>
              <a:defRPr sz="1875" b="0">
                <a:solidFill>
                  <a:srgbClr val="52677C"/>
                </a:solidFill>
                <a:latin typeface="DejaVu Sans"/>
                <a:ea typeface="DejaVu Sans"/>
                <a:cs typeface="DejaVu Sans"/>
              </a:defRPr>
            </a:lvl3pPr>
            <a:lvl4pPr>
              <a:defRPr sz="1875" b="0">
                <a:solidFill>
                  <a:srgbClr val="52677C"/>
                </a:solidFill>
                <a:latin typeface="DejaVu Sans"/>
                <a:ea typeface="DejaVu Sans"/>
                <a:cs typeface="DejaVu Sans"/>
              </a:defRPr>
            </a:lvl4pPr>
            <a:lvl5pPr>
              <a:defRPr sz="1875" b="0">
                <a:solidFill>
                  <a:srgbClr val="52677C"/>
                </a:solidFill>
                <a:latin typeface="DejaVu Sans"/>
                <a:ea typeface="DejaVu Sans"/>
                <a:cs typeface="DejaVu Sans"/>
              </a:defRPr>
            </a:lvl5pPr>
            <a:lvl6pPr>
              <a:defRPr sz="1875" b="0">
                <a:solidFill>
                  <a:srgbClr val="52677C"/>
                </a:solidFill>
                <a:latin typeface="DejaVu Sans"/>
                <a:ea typeface="DejaVu Sans"/>
                <a:cs typeface="DejaVu Sans"/>
              </a:defRPr>
            </a:lvl6pPr>
            <a:lvl7pPr>
              <a:defRPr sz="1875" b="0">
                <a:solidFill>
                  <a:srgbClr val="52677C"/>
                </a:solidFill>
                <a:latin typeface="DejaVu Sans"/>
                <a:ea typeface="DejaVu Sans"/>
                <a:cs typeface="DejaVu Sans"/>
              </a:defRPr>
            </a:lvl7pPr>
            <a:lvl8pPr>
              <a:defRPr sz="1875" b="0">
                <a:solidFill>
                  <a:srgbClr val="52677C"/>
                </a:solidFill>
                <a:latin typeface="DejaVu Sans"/>
                <a:ea typeface="DejaVu Sans"/>
                <a:cs typeface="DejaVu Sans"/>
              </a:defRPr>
            </a:lvl8pPr>
            <a:lvl9pPr>
              <a:defRPr sz="1875" b="0">
                <a:solidFill>
                  <a:srgbClr val="52677C"/>
                </a:solidFill>
                <a:latin typeface="DejaVu Sans"/>
                <a:ea typeface="DejaVu Sans"/>
                <a:cs typeface="DejaVu Sans"/>
              </a:defRPr>
            </a:lvl9pPr>
          </a:lstStyle>
          <a:p xmlns:a="http://schemas.openxmlformats.org/drawingml/2006/main">
            <a:pPr>
              <a:defRPr sz="1875" b="0">
                <a:solidFill>
                  <a:srgbClr val="52677C"/>
                </a:solidFill>
                <a:latin typeface="DejaVu Sans"/>
                <a:ea typeface="DejaVu Sans"/>
                <a:cs typeface="DejaVu Sans"/>
              </a:defRPr>
            </a:pPr>
            <a:r>
              <a:rPr sz="1875" b="0">
                <a:solidFill>
                  <a:srgbClr val="52677C"/>
                </a:solidFill>
                <a:latin typeface="DejaVu Sans"/>
                <a:ea typeface="DejaVu Sans"/>
                <a:cs typeface="DejaVu Sans"/>
              </a:rPr>
              <a:t>Últimos 100 registros, con permiso específico.</a:t>
            </a:r>
          </a:p>
        </p:txBody>
      </p:sp>
    </p:spTree>
    <p:extLst>
      <p:ext uri="{BB962C8B-B14F-4D97-AF65-F5344CB8AC3E}">
        <p14:creationId xmlns:p14="http://schemas.microsoft.com/office/powerpoint/2010/main" val="6443569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D1B548FD-2EA7-4F50-B683-1C42CC0FD22B}"/>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pPr>
              <a:defRPr sz="3300" b="1">
                <a:solidFill>
                  <a:srgbClr val="17324D"/>
                </a:solidFill>
                <a:latin typeface="DejaVu Sans"/>
                <a:ea typeface="DejaVu Sans"/>
                <a:cs typeface="DejaVu Sans"/>
              </a:defRPr>
            </a:pPr>
            <a:r>
              <a:rPr sz="3300" b="1">
                <a:solidFill>
                  <a:srgbClr val="17324D"/>
                </a:solidFill>
                <a:latin typeface="DejaVu Sans"/>
                <a:ea typeface="DejaVu Sans"/>
                <a:cs typeface="DejaVu Sans"/>
              </a:rPr>
              <a:t>Arquitectura y datos</a:t>
            </a:r>
          </a:p>
        </p:txBody>
      </p:sp>
      <p:sp>
        <p:nvSpPr>
          <p:cNvPr id="2" name="text-1">
            <a:extLst xmlns:a="http://schemas.openxmlformats.org/drawingml/2006/main">
              <a:ext uri="{FF2B5EF4-FFF2-40B4-BE49-F238E27FC236}">
                <a16:creationId xmlns:a16="http://schemas.microsoft.com/office/drawing/2014/main" id="{EFD41F71-F047-4CF3-924D-775483A3CDDD}"/>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10</a:t>
            </a:r>
          </a:p>
        </p:txBody>
      </p:sp>
      <p:sp>
        <p:nvSpPr>
          <p:cNvPr id="3" name="text-2">
            <a:extLst xmlns:a="http://schemas.openxmlformats.org/drawingml/2006/main">
              <a:ext uri="{FF2B5EF4-FFF2-40B4-BE49-F238E27FC236}">
                <a16:creationId xmlns:a16="http://schemas.microsoft.com/office/drawing/2014/main" id="{72CDD780-82E3-4523-8430-13420D3439A7}"/>
              </a:ext>
            </a:extLst>
          </p:cNvPr>
          <p:cNvSpPr>
            <a:spLocks xmlns:a="http://schemas.openxmlformats.org/drawingml/2006/main" noGrp="1"/>
          </p:cNvSpPr>
          <p:nvPr/>
        </p:nvSpPr>
        <p:spPr>
          <a:xfrm xmlns:a="http://schemas.openxmlformats.org/drawingml/2006/main">
            <a:off x="666750" y="21431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Aplicación web</a:t>
            </a:r>
          </a:p>
        </p:txBody>
      </p:sp>
      <p:sp>
        <p:nvSpPr>
          <p:cNvPr id="4" name="text-3">
            <a:extLst xmlns:a="http://schemas.openxmlformats.org/drawingml/2006/main">
              <a:ext uri="{FF2B5EF4-FFF2-40B4-BE49-F238E27FC236}">
                <a16:creationId xmlns:a16="http://schemas.microsoft.com/office/drawing/2014/main" id="{050CF57D-4F78-4AA3-B9FC-5D952531C4E4}"/>
              </a:ext>
            </a:extLst>
          </p:cNvPr>
          <p:cNvSpPr>
            <a:spLocks xmlns:a="http://schemas.openxmlformats.org/drawingml/2006/main" noGrp="1"/>
          </p:cNvSpPr>
          <p:nvPr/>
        </p:nvSpPr>
        <p:spPr>
          <a:xfrm xmlns:a="http://schemas.openxmlformats.org/drawingml/2006/main">
            <a:off x="666750" y="2695575"/>
            <a:ext cx="333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ASP.NET Core MVC y C#</a:t>
            </a:r>
          </a:p>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Interfaz para empleados y ciudadanos.</a:t>
            </a:r>
          </a:p>
        </p:txBody>
      </p:sp>
      <p:sp>
        <p:nvSpPr>
          <p:cNvPr id="5" name="text-4">
            <a:extLst xmlns:a="http://schemas.openxmlformats.org/drawingml/2006/main">
              <a:ext uri="{FF2B5EF4-FFF2-40B4-BE49-F238E27FC236}">
                <a16:creationId xmlns:a16="http://schemas.microsoft.com/office/drawing/2014/main" id="{7A763E5F-6417-47C9-B0EA-6B0D68949C69}"/>
              </a:ext>
            </a:extLst>
          </p:cNvPr>
          <p:cNvSpPr>
            <a:spLocks xmlns:a="http://schemas.openxmlformats.org/drawingml/2006/main" noGrp="1"/>
          </p:cNvSpPr>
          <p:nvPr/>
        </p:nvSpPr>
        <p:spPr>
          <a:xfrm xmlns:a="http://schemas.openxmlformats.org/drawingml/2006/main">
            <a:off x="4476750" y="21431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Servicios</a:t>
            </a:r>
          </a:p>
        </p:txBody>
      </p:sp>
      <p:sp>
        <p:nvSpPr>
          <p:cNvPr id="6" name="text-5">
            <a:extLst xmlns:a="http://schemas.openxmlformats.org/drawingml/2006/main">
              <a:ext uri="{FF2B5EF4-FFF2-40B4-BE49-F238E27FC236}">
                <a16:creationId xmlns:a16="http://schemas.microsoft.com/office/drawing/2014/main" id="{CC49DBE5-7D3B-4188-B648-12E666CCE647}"/>
              </a:ext>
            </a:extLst>
          </p:cNvPr>
          <p:cNvSpPr>
            <a:spLocks xmlns:a="http://schemas.openxmlformats.org/drawingml/2006/main" noGrp="1"/>
          </p:cNvSpPr>
          <p:nvPr/>
        </p:nvSpPr>
        <p:spPr>
          <a:xfrm xmlns:a="http://schemas.openxmlformats.org/drawingml/2006/main">
            <a:off x="4476750" y="2695575"/>
            <a:ext cx="333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Entity Framework Core</a:t>
            </a:r>
          </a:p>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Validaciones y operaciones de negocio.</a:t>
            </a:r>
          </a:p>
        </p:txBody>
      </p:sp>
      <p:sp>
        <p:nvSpPr>
          <p:cNvPr id="7" name="text-6">
            <a:extLst xmlns:a="http://schemas.openxmlformats.org/drawingml/2006/main">
              <a:ext uri="{FF2B5EF4-FFF2-40B4-BE49-F238E27FC236}">
                <a16:creationId xmlns:a16="http://schemas.microsoft.com/office/drawing/2014/main" id="{0092DE67-8408-4780-B497-AFCBF4855B46}"/>
              </a:ext>
            </a:extLst>
          </p:cNvPr>
          <p:cNvSpPr>
            <a:spLocks xmlns:a="http://schemas.openxmlformats.org/drawingml/2006/main" noGrp="1"/>
          </p:cNvSpPr>
          <p:nvPr/>
        </p:nvSpPr>
        <p:spPr>
          <a:xfrm xmlns:a="http://schemas.openxmlformats.org/drawingml/2006/main">
            <a:off x="8286750" y="21431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Base centralizada</a:t>
            </a:r>
          </a:p>
        </p:txBody>
      </p:sp>
      <p:sp>
        <p:nvSpPr>
          <p:cNvPr id="8" name="text-7">
            <a:extLst xmlns:a="http://schemas.openxmlformats.org/drawingml/2006/main">
              <a:ext uri="{FF2B5EF4-FFF2-40B4-BE49-F238E27FC236}">
                <a16:creationId xmlns:a16="http://schemas.microsoft.com/office/drawing/2014/main" id="{951AA0D9-21E8-4CCA-B7EB-E4590B41E780}"/>
              </a:ext>
            </a:extLst>
          </p:cNvPr>
          <p:cNvSpPr>
            <a:spLocks xmlns:a="http://schemas.openxmlformats.org/drawingml/2006/main" noGrp="1"/>
          </p:cNvSpPr>
          <p:nvPr/>
        </p:nvSpPr>
        <p:spPr>
          <a:xfrm xmlns:a="http://schemas.openxmlformats.org/drawingml/2006/main">
            <a:off x="8286750" y="2695575"/>
            <a:ext cx="333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Azure SQL Database</a:t>
            </a:r>
          </a:p>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Restricciones, vistas, procedimientos y auditoría.</a:t>
            </a:r>
          </a:p>
        </p:txBody>
      </p:sp>
      <p:sp>
        <p:nvSpPr>
          <p:cNvPr id="9" name="text-8">
            <a:extLst xmlns:a="http://schemas.openxmlformats.org/drawingml/2006/main">
              <a:ext uri="{FF2B5EF4-FFF2-40B4-BE49-F238E27FC236}">
                <a16:creationId xmlns:a16="http://schemas.microsoft.com/office/drawing/2014/main" id="{46BBBBA6-9352-4454-A6A4-02B93F0FAD12}"/>
              </a:ext>
            </a:extLst>
          </p:cNvPr>
          <p:cNvSpPr>
            <a:spLocks xmlns:a="http://schemas.openxmlformats.org/drawingml/2006/main" noGrp="1"/>
          </p:cNvSpPr>
          <p:nvPr/>
        </p:nvSpPr>
        <p:spPr>
          <a:xfrm xmlns:a="http://schemas.openxmlformats.org/drawingml/2006/main">
            <a:off x="666750" y="4838700"/>
            <a:ext cx="3190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525" b="1">
                <a:solidFill>
                  <a:srgbClr val="17324D"/>
                </a:solidFill>
                <a:latin typeface="DejaVu Sans"/>
                <a:ea typeface="DejaVu Sans"/>
                <a:cs typeface="DejaVu Sans"/>
              </a:defRPr>
            </a:defPPr>
            <a:lvl1pPr>
              <a:defRPr sz="3525" b="1">
                <a:solidFill>
                  <a:srgbClr val="17324D"/>
                </a:solidFill>
                <a:latin typeface="DejaVu Sans"/>
                <a:ea typeface="DejaVu Sans"/>
                <a:cs typeface="DejaVu Sans"/>
              </a:defRPr>
            </a:lvl1pPr>
            <a:lvl2pPr>
              <a:defRPr sz="3525" b="1">
                <a:solidFill>
                  <a:srgbClr val="17324D"/>
                </a:solidFill>
                <a:latin typeface="DejaVu Sans"/>
                <a:ea typeface="DejaVu Sans"/>
                <a:cs typeface="DejaVu Sans"/>
              </a:defRPr>
            </a:lvl2pPr>
            <a:lvl3pPr>
              <a:defRPr sz="3525" b="1">
                <a:solidFill>
                  <a:srgbClr val="17324D"/>
                </a:solidFill>
                <a:latin typeface="DejaVu Sans"/>
                <a:ea typeface="DejaVu Sans"/>
                <a:cs typeface="DejaVu Sans"/>
              </a:defRPr>
            </a:lvl3pPr>
            <a:lvl4pPr>
              <a:defRPr sz="3525" b="1">
                <a:solidFill>
                  <a:srgbClr val="17324D"/>
                </a:solidFill>
                <a:latin typeface="DejaVu Sans"/>
                <a:ea typeface="DejaVu Sans"/>
                <a:cs typeface="DejaVu Sans"/>
              </a:defRPr>
            </a:lvl4pPr>
            <a:lvl5pPr>
              <a:defRPr sz="3525" b="1">
                <a:solidFill>
                  <a:srgbClr val="17324D"/>
                </a:solidFill>
                <a:latin typeface="DejaVu Sans"/>
                <a:ea typeface="DejaVu Sans"/>
                <a:cs typeface="DejaVu Sans"/>
              </a:defRPr>
            </a:lvl5pPr>
            <a:lvl6pPr>
              <a:defRPr sz="3525" b="1">
                <a:solidFill>
                  <a:srgbClr val="17324D"/>
                </a:solidFill>
                <a:latin typeface="DejaVu Sans"/>
                <a:ea typeface="DejaVu Sans"/>
                <a:cs typeface="DejaVu Sans"/>
              </a:defRPr>
            </a:lvl6pPr>
            <a:lvl7pPr>
              <a:defRPr sz="3525" b="1">
                <a:solidFill>
                  <a:srgbClr val="17324D"/>
                </a:solidFill>
                <a:latin typeface="DejaVu Sans"/>
                <a:ea typeface="DejaVu Sans"/>
                <a:cs typeface="DejaVu Sans"/>
              </a:defRPr>
            </a:lvl7pPr>
            <a:lvl8pPr>
              <a:defRPr sz="3525" b="1">
                <a:solidFill>
                  <a:srgbClr val="17324D"/>
                </a:solidFill>
                <a:latin typeface="DejaVu Sans"/>
                <a:ea typeface="DejaVu Sans"/>
                <a:cs typeface="DejaVu Sans"/>
              </a:defRPr>
            </a:lvl8pPr>
            <a:lvl9pPr>
              <a:defRPr sz="3525" b="1">
                <a:solidFill>
                  <a:srgbClr val="17324D"/>
                </a:solidFill>
                <a:latin typeface="DejaVu Sans"/>
                <a:ea typeface="DejaVu Sans"/>
                <a:cs typeface="DejaVu Sans"/>
              </a:defRPr>
            </a:lvl9pPr>
          </a:lstStyle>
          <a:p xmlns:a="http://schemas.openxmlformats.org/drawingml/2006/main">
            <a:pPr>
              <a:defRPr sz="3525" b="1">
                <a:solidFill>
                  <a:srgbClr val="17324D"/>
                </a:solidFill>
                <a:latin typeface="DejaVu Sans"/>
                <a:ea typeface="DejaVu Sans"/>
                <a:cs typeface="DejaVu Sans"/>
              </a:defRPr>
            </a:pPr>
            <a:r>
              <a:rPr sz="3525" b="1">
                <a:solidFill>
                  <a:srgbClr val="17324D"/>
                </a:solidFill>
                <a:latin typeface="DejaVu Sans"/>
                <a:ea typeface="DejaVu Sans"/>
                <a:cs typeface="DejaVu Sans"/>
              </a:rPr>
              <a:t>34 tablas</a:t>
            </a:r>
          </a:p>
        </p:txBody>
      </p:sp>
      <p:sp>
        <p:nvSpPr>
          <p:cNvPr id="10" name="text-9">
            <a:extLst xmlns:a="http://schemas.openxmlformats.org/drawingml/2006/main">
              <a:ext uri="{FF2B5EF4-FFF2-40B4-BE49-F238E27FC236}">
                <a16:creationId xmlns:a16="http://schemas.microsoft.com/office/drawing/2014/main" id="{A2AFE462-312B-403C-8293-C6D6351B302D}"/>
              </a:ext>
            </a:extLst>
          </p:cNvPr>
          <p:cNvSpPr>
            <a:spLocks xmlns:a="http://schemas.openxmlformats.org/drawingml/2006/main" noGrp="1"/>
          </p:cNvSpPr>
          <p:nvPr/>
        </p:nvSpPr>
        <p:spPr>
          <a:xfrm xmlns:a="http://schemas.openxmlformats.org/drawingml/2006/main">
            <a:off x="4476750" y="4838700"/>
            <a:ext cx="3190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525" b="1">
                <a:solidFill>
                  <a:srgbClr val="17324D"/>
                </a:solidFill>
                <a:latin typeface="DejaVu Sans"/>
                <a:ea typeface="DejaVu Sans"/>
                <a:cs typeface="DejaVu Sans"/>
              </a:defRPr>
            </a:defPPr>
            <a:lvl1pPr>
              <a:defRPr sz="3525" b="1">
                <a:solidFill>
                  <a:srgbClr val="17324D"/>
                </a:solidFill>
                <a:latin typeface="DejaVu Sans"/>
                <a:ea typeface="DejaVu Sans"/>
                <a:cs typeface="DejaVu Sans"/>
              </a:defRPr>
            </a:lvl1pPr>
            <a:lvl2pPr>
              <a:defRPr sz="3525" b="1">
                <a:solidFill>
                  <a:srgbClr val="17324D"/>
                </a:solidFill>
                <a:latin typeface="DejaVu Sans"/>
                <a:ea typeface="DejaVu Sans"/>
                <a:cs typeface="DejaVu Sans"/>
              </a:defRPr>
            </a:lvl2pPr>
            <a:lvl3pPr>
              <a:defRPr sz="3525" b="1">
                <a:solidFill>
                  <a:srgbClr val="17324D"/>
                </a:solidFill>
                <a:latin typeface="DejaVu Sans"/>
                <a:ea typeface="DejaVu Sans"/>
                <a:cs typeface="DejaVu Sans"/>
              </a:defRPr>
            </a:lvl3pPr>
            <a:lvl4pPr>
              <a:defRPr sz="3525" b="1">
                <a:solidFill>
                  <a:srgbClr val="17324D"/>
                </a:solidFill>
                <a:latin typeface="DejaVu Sans"/>
                <a:ea typeface="DejaVu Sans"/>
                <a:cs typeface="DejaVu Sans"/>
              </a:defRPr>
            </a:lvl4pPr>
            <a:lvl5pPr>
              <a:defRPr sz="3525" b="1">
                <a:solidFill>
                  <a:srgbClr val="17324D"/>
                </a:solidFill>
                <a:latin typeface="DejaVu Sans"/>
                <a:ea typeface="DejaVu Sans"/>
                <a:cs typeface="DejaVu Sans"/>
              </a:defRPr>
            </a:lvl5pPr>
            <a:lvl6pPr>
              <a:defRPr sz="3525" b="1">
                <a:solidFill>
                  <a:srgbClr val="17324D"/>
                </a:solidFill>
                <a:latin typeface="DejaVu Sans"/>
                <a:ea typeface="DejaVu Sans"/>
                <a:cs typeface="DejaVu Sans"/>
              </a:defRPr>
            </a:lvl6pPr>
            <a:lvl7pPr>
              <a:defRPr sz="3525" b="1">
                <a:solidFill>
                  <a:srgbClr val="17324D"/>
                </a:solidFill>
                <a:latin typeface="DejaVu Sans"/>
                <a:ea typeface="DejaVu Sans"/>
                <a:cs typeface="DejaVu Sans"/>
              </a:defRPr>
            </a:lvl7pPr>
            <a:lvl8pPr>
              <a:defRPr sz="3525" b="1">
                <a:solidFill>
                  <a:srgbClr val="17324D"/>
                </a:solidFill>
                <a:latin typeface="DejaVu Sans"/>
                <a:ea typeface="DejaVu Sans"/>
                <a:cs typeface="DejaVu Sans"/>
              </a:defRPr>
            </a:lvl8pPr>
            <a:lvl9pPr>
              <a:defRPr sz="3525" b="1">
                <a:solidFill>
                  <a:srgbClr val="17324D"/>
                </a:solidFill>
                <a:latin typeface="DejaVu Sans"/>
                <a:ea typeface="DejaVu Sans"/>
                <a:cs typeface="DejaVu Sans"/>
              </a:defRPr>
            </a:lvl9pPr>
          </a:lstStyle>
          <a:p xmlns:a="http://schemas.openxmlformats.org/drawingml/2006/main">
            <a:pPr>
              <a:defRPr sz="3525" b="1">
                <a:solidFill>
                  <a:srgbClr val="17324D"/>
                </a:solidFill>
                <a:latin typeface="DejaVu Sans"/>
                <a:ea typeface="DejaVu Sans"/>
                <a:cs typeface="DejaVu Sans"/>
              </a:defRPr>
            </a:pPr>
            <a:r>
              <a:rPr sz="3525" b="1">
                <a:solidFill>
                  <a:srgbClr val="17324D"/>
                </a:solidFill>
                <a:latin typeface="DejaVu Sans"/>
                <a:ea typeface="DejaVu Sans"/>
                <a:cs typeface="DejaVu Sans"/>
              </a:rPr>
              <a:t>6 vistas</a:t>
            </a:r>
          </a:p>
        </p:txBody>
      </p:sp>
      <p:sp>
        <p:nvSpPr>
          <p:cNvPr id="11" name="text-10">
            <a:extLst xmlns:a="http://schemas.openxmlformats.org/drawingml/2006/main">
              <a:ext uri="{FF2B5EF4-FFF2-40B4-BE49-F238E27FC236}">
                <a16:creationId xmlns:a16="http://schemas.microsoft.com/office/drawing/2014/main" id="{6FB165AD-3327-49DA-B89E-8779067DCC3C}"/>
              </a:ext>
            </a:extLst>
          </p:cNvPr>
          <p:cNvSpPr>
            <a:spLocks xmlns:a="http://schemas.openxmlformats.org/drawingml/2006/main" noGrp="1"/>
          </p:cNvSpPr>
          <p:nvPr/>
        </p:nvSpPr>
        <p:spPr>
          <a:xfrm xmlns:a="http://schemas.openxmlformats.org/drawingml/2006/main">
            <a:off x="8286750" y="4838700"/>
            <a:ext cx="3190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525" b="1">
                <a:solidFill>
                  <a:srgbClr val="17324D"/>
                </a:solidFill>
                <a:latin typeface="DejaVu Sans"/>
                <a:ea typeface="DejaVu Sans"/>
                <a:cs typeface="DejaVu Sans"/>
              </a:defRPr>
            </a:defPPr>
            <a:lvl1pPr>
              <a:defRPr sz="3525" b="1">
                <a:solidFill>
                  <a:srgbClr val="17324D"/>
                </a:solidFill>
                <a:latin typeface="DejaVu Sans"/>
                <a:ea typeface="DejaVu Sans"/>
                <a:cs typeface="DejaVu Sans"/>
              </a:defRPr>
            </a:lvl1pPr>
            <a:lvl2pPr>
              <a:defRPr sz="3525" b="1">
                <a:solidFill>
                  <a:srgbClr val="17324D"/>
                </a:solidFill>
                <a:latin typeface="DejaVu Sans"/>
                <a:ea typeface="DejaVu Sans"/>
                <a:cs typeface="DejaVu Sans"/>
              </a:defRPr>
            </a:lvl2pPr>
            <a:lvl3pPr>
              <a:defRPr sz="3525" b="1">
                <a:solidFill>
                  <a:srgbClr val="17324D"/>
                </a:solidFill>
                <a:latin typeface="DejaVu Sans"/>
                <a:ea typeface="DejaVu Sans"/>
                <a:cs typeface="DejaVu Sans"/>
              </a:defRPr>
            </a:lvl3pPr>
            <a:lvl4pPr>
              <a:defRPr sz="3525" b="1">
                <a:solidFill>
                  <a:srgbClr val="17324D"/>
                </a:solidFill>
                <a:latin typeface="DejaVu Sans"/>
                <a:ea typeface="DejaVu Sans"/>
                <a:cs typeface="DejaVu Sans"/>
              </a:defRPr>
            </a:lvl4pPr>
            <a:lvl5pPr>
              <a:defRPr sz="3525" b="1">
                <a:solidFill>
                  <a:srgbClr val="17324D"/>
                </a:solidFill>
                <a:latin typeface="DejaVu Sans"/>
                <a:ea typeface="DejaVu Sans"/>
                <a:cs typeface="DejaVu Sans"/>
              </a:defRPr>
            </a:lvl5pPr>
            <a:lvl6pPr>
              <a:defRPr sz="3525" b="1">
                <a:solidFill>
                  <a:srgbClr val="17324D"/>
                </a:solidFill>
                <a:latin typeface="DejaVu Sans"/>
                <a:ea typeface="DejaVu Sans"/>
                <a:cs typeface="DejaVu Sans"/>
              </a:defRPr>
            </a:lvl6pPr>
            <a:lvl7pPr>
              <a:defRPr sz="3525" b="1">
                <a:solidFill>
                  <a:srgbClr val="17324D"/>
                </a:solidFill>
                <a:latin typeface="DejaVu Sans"/>
                <a:ea typeface="DejaVu Sans"/>
                <a:cs typeface="DejaVu Sans"/>
              </a:defRPr>
            </a:lvl7pPr>
            <a:lvl8pPr>
              <a:defRPr sz="3525" b="1">
                <a:solidFill>
                  <a:srgbClr val="17324D"/>
                </a:solidFill>
                <a:latin typeface="DejaVu Sans"/>
                <a:ea typeface="DejaVu Sans"/>
                <a:cs typeface="DejaVu Sans"/>
              </a:defRPr>
            </a:lvl8pPr>
            <a:lvl9pPr>
              <a:defRPr sz="3525" b="1">
                <a:solidFill>
                  <a:srgbClr val="17324D"/>
                </a:solidFill>
                <a:latin typeface="DejaVu Sans"/>
                <a:ea typeface="DejaVu Sans"/>
                <a:cs typeface="DejaVu Sans"/>
              </a:defRPr>
            </a:lvl9pPr>
          </a:lstStyle>
          <a:p xmlns:a="http://schemas.openxmlformats.org/drawingml/2006/main">
            <a:pPr>
              <a:defRPr sz="3525" b="1">
                <a:solidFill>
                  <a:srgbClr val="17324D"/>
                </a:solidFill>
                <a:latin typeface="DejaVu Sans"/>
                <a:ea typeface="DejaVu Sans"/>
                <a:cs typeface="DejaVu Sans"/>
              </a:defRPr>
            </a:pPr>
            <a:r>
              <a:rPr sz="3525" b="1">
                <a:solidFill>
                  <a:srgbClr val="17324D"/>
                </a:solidFill>
                <a:latin typeface="DejaVu Sans"/>
                <a:ea typeface="DejaVu Sans"/>
                <a:cs typeface="DejaVu Sans"/>
              </a:rPr>
              <a:t>17 triggers</a:t>
            </a:r>
          </a:p>
        </p:txBody>
      </p:sp>
      <p:sp>
        <p:nvSpPr>
          <p:cNvPr id="12" name="text-11">
            <a:extLst xmlns:a="http://schemas.openxmlformats.org/drawingml/2006/main">
              <a:ext uri="{FF2B5EF4-FFF2-40B4-BE49-F238E27FC236}">
                <a16:creationId xmlns:a16="http://schemas.microsoft.com/office/drawing/2014/main" id="{B13CA296-C73B-4F12-B384-04DEC119B074}"/>
              </a:ext>
            </a:extLst>
          </p:cNvPr>
          <p:cNvSpPr>
            <a:spLocks xmlns:a="http://schemas.openxmlformats.org/drawingml/2006/main" noGrp="1"/>
          </p:cNvSpPr>
          <p:nvPr/>
        </p:nvSpPr>
        <p:spPr>
          <a:xfrm xmlns:a="http://schemas.openxmlformats.org/drawingml/2006/main">
            <a:off x="666750" y="581025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77C"/>
                </a:solidFill>
                <a:latin typeface="DejaVu Sans"/>
                <a:ea typeface="DejaVu Sans"/>
                <a:cs typeface="DejaVu Sans"/>
              </a:defRPr>
            </a:defPPr>
            <a:lvl1pPr>
              <a:defRPr sz="1725" b="0">
                <a:solidFill>
                  <a:srgbClr val="52677C"/>
                </a:solidFill>
                <a:latin typeface="DejaVu Sans"/>
                <a:ea typeface="DejaVu Sans"/>
                <a:cs typeface="DejaVu Sans"/>
              </a:defRPr>
            </a:lvl1pPr>
            <a:lvl2pPr>
              <a:defRPr sz="1725" b="0">
                <a:solidFill>
                  <a:srgbClr val="52677C"/>
                </a:solidFill>
                <a:latin typeface="DejaVu Sans"/>
                <a:ea typeface="DejaVu Sans"/>
                <a:cs typeface="DejaVu Sans"/>
              </a:defRPr>
            </a:lvl2pPr>
            <a:lvl3pPr>
              <a:defRPr sz="1725" b="0">
                <a:solidFill>
                  <a:srgbClr val="52677C"/>
                </a:solidFill>
                <a:latin typeface="DejaVu Sans"/>
                <a:ea typeface="DejaVu Sans"/>
                <a:cs typeface="DejaVu Sans"/>
              </a:defRPr>
            </a:lvl3pPr>
            <a:lvl4pPr>
              <a:defRPr sz="1725" b="0">
                <a:solidFill>
                  <a:srgbClr val="52677C"/>
                </a:solidFill>
                <a:latin typeface="DejaVu Sans"/>
                <a:ea typeface="DejaVu Sans"/>
                <a:cs typeface="DejaVu Sans"/>
              </a:defRPr>
            </a:lvl4pPr>
            <a:lvl5pPr>
              <a:defRPr sz="1725" b="0">
                <a:solidFill>
                  <a:srgbClr val="52677C"/>
                </a:solidFill>
                <a:latin typeface="DejaVu Sans"/>
                <a:ea typeface="DejaVu Sans"/>
                <a:cs typeface="DejaVu Sans"/>
              </a:defRPr>
            </a:lvl5pPr>
            <a:lvl6pPr>
              <a:defRPr sz="1725" b="0">
                <a:solidFill>
                  <a:srgbClr val="52677C"/>
                </a:solidFill>
                <a:latin typeface="DejaVu Sans"/>
                <a:ea typeface="DejaVu Sans"/>
                <a:cs typeface="DejaVu Sans"/>
              </a:defRPr>
            </a:lvl6pPr>
            <a:lvl7pPr>
              <a:defRPr sz="1725" b="0">
                <a:solidFill>
                  <a:srgbClr val="52677C"/>
                </a:solidFill>
                <a:latin typeface="DejaVu Sans"/>
                <a:ea typeface="DejaVu Sans"/>
                <a:cs typeface="DejaVu Sans"/>
              </a:defRPr>
            </a:lvl7pPr>
            <a:lvl8pPr>
              <a:defRPr sz="1725" b="0">
                <a:solidFill>
                  <a:srgbClr val="52677C"/>
                </a:solidFill>
                <a:latin typeface="DejaVu Sans"/>
                <a:ea typeface="DejaVu Sans"/>
                <a:cs typeface="DejaVu Sans"/>
              </a:defRPr>
            </a:lvl8pPr>
            <a:lvl9pPr>
              <a:defRPr sz="1725" b="0">
                <a:solidFill>
                  <a:srgbClr val="52677C"/>
                </a:solidFill>
                <a:latin typeface="DejaVu Sans"/>
                <a:ea typeface="DejaVu Sans"/>
                <a:cs typeface="DejaVu Sans"/>
              </a:defRPr>
            </a:lvl9pPr>
          </a:lstStyle>
          <a:p xmlns:a="http://schemas.openxmlformats.org/drawingml/2006/main">
            <a:pPr>
              <a:defRPr sz="1725" b="0">
                <a:solidFill>
                  <a:srgbClr val="52677C"/>
                </a:solidFill>
                <a:latin typeface="DejaVu Sans"/>
                <a:ea typeface="DejaVu Sans"/>
                <a:cs typeface="DejaVu Sans"/>
              </a:defRPr>
            </a:pPr>
            <a:r>
              <a:rPr sz="1725" b="0">
                <a:solidFill>
                  <a:srgbClr val="52677C"/>
                </a:solidFill>
                <a:latin typeface="DejaVu Sans"/>
                <a:ea typeface="DejaVu Sans"/>
                <a:cs typeface="DejaVu Sans"/>
              </a:rPr>
              <a:t>Estructura de la base final verificada en Azure. Incluye 9 procedimientos almacenados.</a:t>
            </a:r>
          </a:p>
        </p:txBody>
      </p:sp>
    </p:spTree>
    <p:extLst>
      <p:ext uri="{BB962C8B-B14F-4D97-AF65-F5344CB8AC3E}">
        <p14:creationId xmlns:p14="http://schemas.microsoft.com/office/powerpoint/2010/main" val="20991421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40765F9A-B210-431A-B2A9-B39C201786E3}"/>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pPr>
              <a:defRPr sz="3300" b="1">
                <a:solidFill>
                  <a:srgbClr val="17324D"/>
                </a:solidFill>
                <a:latin typeface="DejaVu Sans"/>
                <a:ea typeface="DejaVu Sans"/>
                <a:cs typeface="DejaVu Sans"/>
              </a:defRPr>
            </a:pPr>
            <a:r>
              <a:rPr sz="3300" b="1">
                <a:solidFill>
                  <a:srgbClr val="17324D"/>
                </a:solidFill>
                <a:latin typeface="DejaVu Sans"/>
                <a:ea typeface="DejaVu Sans"/>
                <a:cs typeface="DejaVu Sans"/>
              </a:rPr>
              <a:t>Seguridad e integridad de la información</a:t>
            </a:r>
          </a:p>
        </p:txBody>
      </p:sp>
      <p:sp>
        <p:nvSpPr>
          <p:cNvPr id="2" name="text-1">
            <a:extLst xmlns:a="http://schemas.openxmlformats.org/drawingml/2006/main">
              <a:ext uri="{FF2B5EF4-FFF2-40B4-BE49-F238E27FC236}">
                <a16:creationId xmlns:a16="http://schemas.microsoft.com/office/drawing/2014/main" id="{B0313621-7B09-4267-BE34-03026E93985D}"/>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11</a:t>
            </a:r>
          </a:p>
        </p:txBody>
      </p:sp>
      <p:sp>
        <p:nvSpPr>
          <p:cNvPr id="3" name="text-2">
            <a:extLst xmlns:a="http://schemas.openxmlformats.org/drawingml/2006/main">
              <a:ext uri="{FF2B5EF4-FFF2-40B4-BE49-F238E27FC236}">
                <a16:creationId xmlns:a16="http://schemas.microsoft.com/office/drawing/2014/main" id="{B32FE658-94B8-4029-8BB0-35A639E8BBE9}"/>
              </a:ext>
            </a:extLst>
          </p:cNvPr>
          <p:cNvSpPr>
            <a:spLocks xmlns:a="http://schemas.openxmlformats.org/drawingml/2006/main" noGrp="1"/>
          </p:cNvSpPr>
          <p:nvPr/>
        </p:nvSpPr>
        <p:spPr>
          <a:xfrm xmlns:a="http://schemas.openxmlformats.org/drawingml/2006/main">
            <a:off x="666750" y="1990725"/>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Acceso por permisos</a:t>
            </a:r>
          </a:p>
        </p:txBody>
      </p:sp>
      <p:sp>
        <p:nvSpPr>
          <p:cNvPr id="4" name="text-3">
            <a:extLst xmlns:a="http://schemas.openxmlformats.org/drawingml/2006/main">
              <a:ext uri="{FF2B5EF4-FFF2-40B4-BE49-F238E27FC236}">
                <a16:creationId xmlns:a16="http://schemas.microsoft.com/office/drawing/2014/main" id="{AC660C6E-9193-46DD-9C87-65EA2BF98353}"/>
              </a:ext>
            </a:extLst>
          </p:cNvPr>
          <p:cNvSpPr>
            <a:spLocks xmlns:a="http://schemas.openxmlformats.org/drawingml/2006/main" noGrp="1"/>
          </p:cNvSpPr>
          <p:nvPr/>
        </p:nvSpPr>
        <p:spPr>
          <a:xfrm xmlns:a="http://schemas.openxmlformats.org/drawingml/2006/main">
            <a:off x="666750" y="2543175"/>
            <a:ext cx="5048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Usuarios y roles limitan las operaciones. El servidor verifica la autorización.</a:t>
            </a:r>
          </a:p>
        </p:txBody>
      </p:sp>
      <p:sp>
        <p:nvSpPr>
          <p:cNvPr id="5" name="text-4">
            <a:extLst xmlns:a="http://schemas.openxmlformats.org/drawingml/2006/main">
              <a:ext uri="{FF2B5EF4-FFF2-40B4-BE49-F238E27FC236}">
                <a16:creationId xmlns:a16="http://schemas.microsoft.com/office/drawing/2014/main" id="{84FE5A69-20C3-4B1E-81DA-7CE57032A5D0}"/>
              </a:ext>
            </a:extLst>
          </p:cNvPr>
          <p:cNvSpPr>
            <a:spLocks xmlns:a="http://schemas.openxmlformats.org/drawingml/2006/main" noGrp="1"/>
          </p:cNvSpPr>
          <p:nvPr/>
        </p:nvSpPr>
        <p:spPr>
          <a:xfrm xmlns:a="http://schemas.openxmlformats.org/drawingml/2006/main">
            <a:off x="6477000" y="1990725"/>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Protección de contraseñas</a:t>
            </a:r>
          </a:p>
        </p:txBody>
      </p:sp>
      <p:sp>
        <p:nvSpPr>
          <p:cNvPr id="6" name="text-5">
            <a:extLst xmlns:a="http://schemas.openxmlformats.org/drawingml/2006/main">
              <a:ext uri="{FF2B5EF4-FFF2-40B4-BE49-F238E27FC236}">
                <a16:creationId xmlns:a16="http://schemas.microsoft.com/office/drawing/2014/main" id="{006B5B28-CC05-46D1-924C-35B4995B5652}"/>
              </a:ext>
            </a:extLst>
          </p:cNvPr>
          <p:cNvSpPr>
            <a:spLocks xmlns:a="http://schemas.openxmlformats.org/drawingml/2006/main" noGrp="1"/>
          </p:cNvSpPr>
          <p:nvPr/>
        </p:nvSpPr>
        <p:spPr>
          <a:xfrm xmlns:a="http://schemas.openxmlformats.org/drawingml/2006/main">
            <a:off x="6477000" y="2543175"/>
            <a:ext cx="5048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PBKDF2 con SHA-512 y sal aleatoria para las cuentas del personal.</a:t>
            </a:r>
          </a:p>
        </p:txBody>
      </p:sp>
      <p:sp>
        <p:nvSpPr>
          <p:cNvPr id="7" name="text-6">
            <a:extLst xmlns:a="http://schemas.openxmlformats.org/drawingml/2006/main">
              <a:ext uri="{FF2B5EF4-FFF2-40B4-BE49-F238E27FC236}">
                <a16:creationId xmlns:a16="http://schemas.microsoft.com/office/drawing/2014/main" id="{0D906425-46F9-426C-95A7-C74859E043A3}"/>
              </a:ext>
            </a:extLst>
          </p:cNvPr>
          <p:cNvSpPr>
            <a:spLocks xmlns:a="http://schemas.openxmlformats.org/drawingml/2006/main" noGrp="1"/>
          </p:cNvSpPr>
          <p:nvPr/>
        </p:nvSpPr>
        <p:spPr>
          <a:xfrm xmlns:a="http://schemas.openxmlformats.org/drawingml/2006/main">
            <a:off x="666750" y="4191000"/>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Consultas parametrizadas</a:t>
            </a:r>
          </a:p>
        </p:txBody>
      </p:sp>
      <p:sp>
        <p:nvSpPr>
          <p:cNvPr id="8" name="text-7">
            <a:extLst xmlns:a="http://schemas.openxmlformats.org/drawingml/2006/main">
              <a:ext uri="{FF2B5EF4-FFF2-40B4-BE49-F238E27FC236}">
                <a16:creationId xmlns:a16="http://schemas.microsoft.com/office/drawing/2014/main" id="{F0D72A44-1430-46BB-81F9-DCF0256A2CC7}"/>
              </a:ext>
            </a:extLst>
          </p:cNvPr>
          <p:cNvSpPr>
            <a:spLocks xmlns:a="http://schemas.openxmlformats.org/drawingml/2006/main" noGrp="1"/>
          </p:cNvSpPr>
          <p:nvPr/>
        </p:nvSpPr>
        <p:spPr>
          <a:xfrm xmlns:a="http://schemas.openxmlformats.org/drawingml/2006/main">
            <a:off x="666750" y="4743450"/>
            <a:ext cx="5048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Los datos ingresados se tratan como valores. La validación también se ejecuta en el servidor.</a:t>
            </a:r>
          </a:p>
        </p:txBody>
      </p:sp>
      <p:sp>
        <p:nvSpPr>
          <p:cNvPr id="9" name="text-8">
            <a:extLst xmlns:a="http://schemas.openxmlformats.org/drawingml/2006/main">
              <a:ext uri="{FF2B5EF4-FFF2-40B4-BE49-F238E27FC236}">
                <a16:creationId xmlns:a16="http://schemas.microsoft.com/office/drawing/2014/main" id="{6B3EFC71-A74E-4D7C-BBB1-D1D9CE75B625}"/>
              </a:ext>
            </a:extLst>
          </p:cNvPr>
          <p:cNvSpPr>
            <a:spLocks xmlns:a="http://schemas.openxmlformats.org/drawingml/2006/main" noGrp="1"/>
          </p:cNvSpPr>
          <p:nvPr/>
        </p:nvSpPr>
        <p:spPr>
          <a:xfrm xmlns:a="http://schemas.openxmlformats.org/drawingml/2006/main">
            <a:off x="6477000" y="4191000"/>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Operaciones coherentes</a:t>
            </a:r>
          </a:p>
        </p:txBody>
      </p:sp>
      <p:sp>
        <p:nvSpPr>
          <p:cNvPr id="10" name="text-9">
            <a:extLst xmlns:a="http://schemas.openxmlformats.org/drawingml/2006/main">
              <a:ext uri="{FF2B5EF4-FFF2-40B4-BE49-F238E27FC236}">
                <a16:creationId xmlns:a16="http://schemas.microsoft.com/office/drawing/2014/main" id="{EC353287-10C0-4200-AE3E-1E27F77BB3B5}"/>
              </a:ext>
            </a:extLst>
          </p:cNvPr>
          <p:cNvSpPr>
            <a:spLocks xmlns:a="http://schemas.openxmlformats.org/drawingml/2006/main" noGrp="1"/>
          </p:cNvSpPr>
          <p:nvPr/>
        </p:nvSpPr>
        <p:spPr>
          <a:xfrm xmlns:a="http://schemas.openxmlformats.org/drawingml/2006/main">
            <a:off x="6477000" y="4743450"/>
            <a:ext cx="5048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Transacciones, claves foráneas y auditoría protegen saldos y relaciones.</a:t>
            </a:r>
          </a:p>
        </p:txBody>
      </p:sp>
    </p:spTree>
    <p:extLst>
      <p:ext uri="{BB962C8B-B14F-4D97-AF65-F5344CB8AC3E}">
        <p14:creationId xmlns:p14="http://schemas.microsoft.com/office/powerpoint/2010/main" val="226728877"/>
      </p:ext>
    </p:extLst>
  </p:cSld>
</p:sld>
</file>

<file path=ppt/slides/slide12.xml><?xml version="1.0" encoding="utf-8"?>
<p:sld xmlns:p="http://schemas.openxmlformats.org/presentationml/2006/main">
  <p:cSld>
    <p:bg>
      <p:bgPr>
        <a:solidFill xmlns:a="http://schemas.openxmlformats.org/drawingml/2006/main">
          <a:srgbClr val="243B53"/>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7283CAF-5053-4C99-AC8D-F1C9D590CC1C}"/>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DejaVu Sans"/>
                <a:ea typeface="DejaVu Sans"/>
                <a:cs typeface="DejaVu Sans"/>
              </a:defRPr>
            </a:defPPr>
            <a:lvl1pPr>
              <a:defRPr sz="3300" b="1">
                <a:solidFill>
                  <a:srgbClr val="FFFFFF"/>
                </a:solidFill>
                <a:latin typeface="DejaVu Sans"/>
                <a:ea typeface="DejaVu Sans"/>
                <a:cs typeface="DejaVu Sans"/>
              </a:defRPr>
            </a:lvl1pPr>
            <a:lvl2pPr>
              <a:defRPr sz="3300" b="1">
                <a:solidFill>
                  <a:srgbClr val="FFFFFF"/>
                </a:solidFill>
                <a:latin typeface="DejaVu Sans"/>
                <a:ea typeface="DejaVu Sans"/>
                <a:cs typeface="DejaVu Sans"/>
              </a:defRPr>
            </a:lvl2pPr>
            <a:lvl3pPr>
              <a:defRPr sz="3300" b="1">
                <a:solidFill>
                  <a:srgbClr val="FFFFFF"/>
                </a:solidFill>
                <a:latin typeface="DejaVu Sans"/>
                <a:ea typeface="DejaVu Sans"/>
                <a:cs typeface="DejaVu Sans"/>
              </a:defRPr>
            </a:lvl3pPr>
            <a:lvl4pPr>
              <a:defRPr sz="3300" b="1">
                <a:solidFill>
                  <a:srgbClr val="FFFFFF"/>
                </a:solidFill>
                <a:latin typeface="DejaVu Sans"/>
                <a:ea typeface="DejaVu Sans"/>
                <a:cs typeface="DejaVu Sans"/>
              </a:defRPr>
            </a:lvl4pPr>
            <a:lvl5pPr>
              <a:defRPr sz="3300" b="1">
                <a:solidFill>
                  <a:srgbClr val="FFFFFF"/>
                </a:solidFill>
                <a:latin typeface="DejaVu Sans"/>
                <a:ea typeface="DejaVu Sans"/>
                <a:cs typeface="DejaVu Sans"/>
              </a:defRPr>
            </a:lvl5pPr>
            <a:lvl6pPr>
              <a:defRPr sz="3300" b="1">
                <a:solidFill>
                  <a:srgbClr val="FFFFFF"/>
                </a:solidFill>
                <a:latin typeface="DejaVu Sans"/>
                <a:ea typeface="DejaVu Sans"/>
                <a:cs typeface="DejaVu Sans"/>
              </a:defRPr>
            </a:lvl6pPr>
            <a:lvl7pPr>
              <a:defRPr sz="3300" b="1">
                <a:solidFill>
                  <a:srgbClr val="FFFFFF"/>
                </a:solidFill>
                <a:latin typeface="DejaVu Sans"/>
                <a:ea typeface="DejaVu Sans"/>
                <a:cs typeface="DejaVu Sans"/>
              </a:defRPr>
            </a:lvl7pPr>
            <a:lvl8pPr>
              <a:defRPr sz="3300" b="1">
                <a:solidFill>
                  <a:srgbClr val="FFFFFF"/>
                </a:solidFill>
                <a:latin typeface="DejaVu Sans"/>
                <a:ea typeface="DejaVu Sans"/>
                <a:cs typeface="DejaVu Sans"/>
              </a:defRPr>
            </a:lvl8pPr>
            <a:lvl9pPr>
              <a:defRPr sz="3300" b="1">
                <a:solidFill>
                  <a:srgbClr val="FFFFFF"/>
                </a:solidFill>
                <a:latin typeface="DejaVu Sans"/>
                <a:ea typeface="DejaVu Sans"/>
                <a:cs typeface="DejaVu Sans"/>
              </a:defRPr>
            </a:lvl9pPr>
          </a:lstStyle>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Validación de la versión final</a:t>
            </a:r>
          </a:p>
        </p:txBody>
      </p:sp>
      <p:sp>
        <p:nvSpPr>
          <p:cNvPr id="2" name="text-1">
            <a:extLst xmlns:a="http://schemas.openxmlformats.org/drawingml/2006/main">
              <a:ext uri="{FF2B5EF4-FFF2-40B4-BE49-F238E27FC236}">
                <a16:creationId xmlns:a16="http://schemas.microsoft.com/office/drawing/2014/main" id="{615074F4-9DE5-447B-BBF8-2EAFF11D90FF}"/>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DBE6EE"/>
                </a:solidFill>
                <a:latin typeface="DejaVu Sans"/>
                <a:ea typeface="DejaVu Sans"/>
                <a:cs typeface="DejaVu Sans"/>
              </a:defRPr>
            </a:defPPr>
            <a:lvl1pPr>
              <a:defRPr sz="1200" b="0">
                <a:solidFill>
                  <a:srgbClr val="DBE6EE"/>
                </a:solidFill>
                <a:latin typeface="DejaVu Sans"/>
                <a:ea typeface="DejaVu Sans"/>
                <a:cs typeface="DejaVu Sans"/>
              </a:defRPr>
            </a:lvl1pPr>
            <a:lvl2pPr>
              <a:defRPr sz="1200" b="0">
                <a:solidFill>
                  <a:srgbClr val="DBE6EE"/>
                </a:solidFill>
                <a:latin typeface="DejaVu Sans"/>
                <a:ea typeface="DejaVu Sans"/>
                <a:cs typeface="DejaVu Sans"/>
              </a:defRPr>
            </a:lvl2pPr>
            <a:lvl3pPr>
              <a:defRPr sz="1200" b="0">
                <a:solidFill>
                  <a:srgbClr val="DBE6EE"/>
                </a:solidFill>
                <a:latin typeface="DejaVu Sans"/>
                <a:ea typeface="DejaVu Sans"/>
                <a:cs typeface="DejaVu Sans"/>
              </a:defRPr>
            </a:lvl3pPr>
            <a:lvl4pPr>
              <a:defRPr sz="1200" b="0">
                <a:solidFill>
                  <a:srgbClr val="DBE6EE"/>
                </a:solidFill>
                <a:latin typeface="DejaVu Sans"/>
                <a:ea typeface="DejaVu Sans"/>
                <a:cs typeface="DejaVu Sans"/>
              </a:defRPr>
            </a:lvl4pPr>
            <a:lvl5pPr>
              <a:defRPr sz="1200" b="0">
                <a:solidFill>
                  <a:srgbClr val="DBE6EE"/>
                </a:solidFill>
                <a:latin typeface="DejaVu Sans"/>
                <a:ea typeface="DejaVu Sans"/>
                <a:cs typeface="DejaVu Sans"/>
              </a:defRPr>
            </a:lvl5pPr>
            <a:lvl6pPr>
              <a:defRPr sz="1200" b="0">
                <a:solidFill>
                  <a:srgbClr val="DBE6EE"/>
                </a:solidFill>
                <a:latin typeface="DejaVu Sans"/>
                <a:ea typeface="DejaVu Sans"/>
                <a:cs typeface="DejaVu Sans"/>
              </a:defRPr>
            </a:lvl6pPr>
            <a:lvl7pPr>
              <a:defRPr sz="1200" b="0">
                <a:solidFill>
                  <a:srgbClr val="DBE6EE"/>
                </a:solidFill>
                <a:latin typeface="DejaVu Sans"/>
                <a:ea typeface="DejaVu Sans"/>
                <a:cs typeface="DejaVu Sans"/>
              </a:defRPr>
            </a:lvl7pPr>
            <a:lvl8pPr>
              <a:defRPr sz="1200" b="0">
                <a:solidFill>
                  <a:srgbClr val="DBE6EE"/>
                </a:solidFill>
                <a:latin typeface="DejaVu Sans"/>
                <a:ea typeface="DejaVu Sans"/>
                <a:cs typeface="DejaVu Sans"/>
              </a:defRPr>
            </a:lvl8pPr>
            <a:lvl9pPr>
              <a:defRPr sz="1200" b="0">
                <a:solidFill>
                  <a:srgbClr val="DBE6EE"/>
                </a:solidFill>
                <a:latin typeface="DejaVu Sans"/>
                <a:ea typeface="DejaVu Sans"/>
                <a:cs typeface="DejaVu Sans"/>
              </a:defRPr>
            </a:lvl9pPr>
          </a:lstStyle>
          <a:p xmlns:a="http://schemas.openxmlformats.org/drawingml/2006/main">
            <a:pPr>
              <a:defRPr sz="1200" b="0">
                <a:solidFill>
                  <a:srgbClr val="DBE6EE"/>
                </a:solidFill>
                <a:latin typeface="DejaVu Sans"/>
                <a:ea typeface="DejaVu Sans"/>
                <a:cs typeface="DejaVu Sans"/>
              </a:defRPr>
            </a:pPr>
            <a:r>
              <a:rPr sz="1200" b="0">
                <a:solidFill>
                  <a:srgbClr val="DBE6EE"/>
                </a:solidFill>
                <a:latin typeface="DejaVu Sans"/>
                <a:ea typeface="DejaVu Sans"/>
                <a:cs typeface="DejaVu Sans"/>
              </a:rPr>
              <a:t>12</a:t>
            </a:r>
          </a:p>
        </p:txBody>
      </p:sp>
      <p:sp>
        <p:nvSpPr>
          <p:cNvPr id="3" name="text-2">
            <a:extLst xmlns:a="http://schemas.openxmlformats.org/drawingml/2006/main">
              <a:ext uri="{FF2B5EF4-FFF2-40B4-BE49-F238E27FC236}">
                <a16:creationId xmlns:a16="http://schemas.microsoft.com/office/drawing/2014/main" id="{A46F76D0-E2BC-422A-B179-30334BDE3000}"/>
              </a:ext>
            </a:extLst>
          </p:cNvPr>
          <p:cNvSpPr>
            <a:spLocks xmlns:a="http://schemas.openxmlformats.org/drawingml/2006/main" noGrp="1"/>
          </p:cNvSpPr>
          <p:nvPr/>
        </p:nvSpPr>
        <p:spPr>
          <a:xfrm xmlns:a="http://schemas.openxmlformats.org/drawingml/2006/main">
            <a:off x="666750" y="1943100"/>
            <a:ext cx="361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0" b="1">
                <a:solidFill>
                  <a:srgbClr val="97D700"/>
                </a:solidFill>
                <a:latin typeface="DejaVu Sans"/>
                <a:ea typeface="DejaVu Sans"/>
                <a:cs typeface="DejaVu Sans"/>
              </a:defRPr>
            </a:defPPr>
            <a:lvl1pPr>
              <a:defRPr sz="7500" b="1">
                <a:solidFill>
                  <a:srgbClr val="97D700"/>
                </a:solidFill>
                <a:latin typeface="DejaVu Sans"/>
                <a:ea typeface="DejaVu Sans"/>
                <a:cs typeface="DejaVu Sans"/>
              </a:defRPr>
            </a:lvl1pPr>
            <a:lvl2pPr>
              <a:defRPr sz="7500" b="1">
                <a:solidFill>
                  <a:srgbClr val="97D700"/>
                </a:solidFill>
                <a:latin typeface="DejaVu Sans"/>
                <a:ea typeface="DejaVu Sans"/>
                <a:cs typeface="DejaVu Sans"/>
              </a:defRPr>
            </a:lvl2pPr>
            <a:lvl3pPr>
              <a:defRPr sz="7500" b="1">
                <a:solidFill>
                  <a:srgbClr val="97D700"/>
                </a:solidFill>
                <a:latin typeface="DejaVu Sans"/>
                <a:ea typeface="DejaVu Sans"/>
                <a:cs typeface="DejaVu Sans"/>
              </a:defRPr>
            </a:lvl3pPr>
            <a:lvl4pPr>
              <a:defRPr sz="7500" b="1">
                <a:solidFill>
                  <a:srgbClr val="97D700"/>
                </a:solidFill>
                <a:latin typeface="DejaVu Sans"/>
                <a:ea typeface="DejaVu Sans"/>
                <a:cs typeface="DejaVu Sans"/>
              </a:defRPr>
            </a:lvl4pPr>
            <a:lvl5pPr>
              <a:defRPr sz="7500" b="1">
                <a:solidFill>
                  <a:srgbClr val="97D700"/>
                </a:solidFill>
                <a:latin typeface="DejaVu Sans"/>
                <a:ea typeface="DejaVu Sans"/>
                <a:cs typeface="DejaVu Sans"/>
              </a:defRPr>
            </a:lvl5pPr>
            <a:lvl6pPr>
              <a:defRPr sz="7500" b="1">
                <a:solidFill>
                  <a:srgbClr val="97D700"/>
                </a:solidFill>
                <a:latin typeface="DejaVu Sans"/>
                <a:ea typeface="DejaVu Sans"/>
                <a:cs typeface="DejaVu Sans"/>
              </a:defRPr>
            </a:lvl6pPr>
            <a:lvl7pPr>
              <a:defRPr sz="7500" b="1">
                <a:solidFill>
                  <a:srgbClr val="97D700"/>
                </a:solidFill>
                <a:latin typeface="DejaVu Sans"/>
                <a:ea typeface="DejaVu Sans"/>
                <a:cs typeface="DejaVu Sans"/>
              </a:defRPr>
            </a:lvl7pPr>
            <a:lvl8pPr>
              <a:defRPr sz="7500" b="1">
                <a:solidFill>
                  <a:srgbClr val="97D700"/>
                </a:solidFill>
                <a:latin typeface="DejaVu Sans"/>
                <a:ea typeface="DejaVu Sans"/>
                <a:cs typeface="DejaVu Sans"/>
              </a:defRPr>
            </a:lvl8pPr>
            <a:lvl9pPr>
              <a:defRPr sz="7500" b="1">
                <a:solidFill>
                  <a:srgbClr val="97D700"/>
                </a:solidFill>
                <a:latin typeface="DejaVu Sans"/>
                <a:ea typeface="DejaVu Sans"/>
                <a:cs typeface="DejaVu Sans"/>
              </a:defRPr>
            </a:lvl9pPr>
          </a:lstStyle>
          <a:p xmlns:a="http://schemas.openxmlformats.org/drawingml/2006/main">
            <a:pPr>
              <a:defRPr sz="7500" b="1">
                <a:solidFill>
                  <a:srgbClr val="97D700"/>
                </a:solidFill>
                <a:latin typeface="DejaVu Sans"/>
                <a:ea typeface="DejaVu Sans"/>
                <a:cs typeface="DejaVu Sans"/>
              </a:defRPr>
            </a:pPr>
            <a:r>
              <a:rPr sz="7500" b="1">
                <a:solidFill>
                  <a:srgbClr val="97D700"/>
                </a:solidFill>
                <a:latin typeface="DejaVu Sans"/>
                <a:ea typeface="DejaVu Sans"/>
                <a:cs typeface="DejaVu Sans"/>
              </a:rPr>
              <a:t>27</a:t>
            </a:r>
          </a:p>
        </p:txBody>
      </p:sp>
      <p:sp>
        <p:nvSpPr>
          <p:cNvPr id="4" name="text-3">
            <a:extLst xmlns:a="http://schemas.openxmlformats.org/drawingml/2006/main">
              <a:ext uri="{FF2B5EF4-FFF2-40B4-BE49-F238E27FC236}">
                <a16:creationId xmlns:a16="http://schemas.microsoft.com/office/drawing/2014/main" id="{141895A1-278E-4309-8A4A-085B2580FBE3}"/>
              </a:ext>
            </a:extLst>
          </p:cNvPr>
          <p:cNvSpPr>
            <a:spLocks xmlns:a="http://schemas.openxmlformats.org/drawingml/2006/main" noGrp="1"/>
          </p:cNvSpPr>
          <p:nvPr/>
        </p:nvSpPr>
        <p:spPr>
          <a:xfrm xmlns:a="http://schemas.openxmlformats.org/drawingml/2006/main">
            <a:off x="666750" y="3248025"/>
            <a:ext cx="466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FFFFF"/>
                </a:solidFill>
                <a:latin typeface="DejaVu Sans"/>
                <a:ea typeface="DejaVu Sans"/>
                <a:cs typeface="DejaVu Sans"/>
              </a:defRPr>
            </a:defPPr>
            <a:lvl1pPr>
              <a:defRPr sz="2250" b="0">
                <a:solidFill>
                  <a:srgbClr val="FFFFFF"/>
                </a:solidFill>
                <a:latin typeface="DejaVu Sans"/>
                <a:ea typeface="DejaVu Sans"/>
                <a:cs typeface="DejaVu Sans"/>
              </a:defRPr>
            </a:lvl1pPr>
            <a:lvl2pPr>
              <a:defRPr sz="2250" b="0">
                <a:solidFill>
                  <a:srgbClr val="FFFFFF"/>
                </a:solidFill>
                <a:latin typeface="DejaVu Sans"/>
                <a:ea typeface="DejaVu Sans"/>
                <a:cs typeface="DejaVu Sans"/>
              </a:defRPr>
            </a:lvl2pPr>
            <a:lvl3pPr>
              <a:defRPr sz="2250" b="0">
                <a:solidFill>
                  <a:srgbClr val="FFFFFF"/>
                </a:solidFill>
                <a:latin typeface="DejaVu Sans"/>
                <a:ea typeface="DejaVu Sans"/>
                <a:cs typeface="DejaVu Sans"/>
              </a:defRPr>
            </a:lvl3pPr>
            <a:lvl4pPr>
              <a:defRPr sz="2250" b="0">
                <a:solidFill>
                  <a:srgbClr val="FFFFFF"/>
                </a:solidFill>
                <a:latin typeface="DejaVu Sans"/>
                <a:ea typeface="DejaVu Sans"/>
                <a:cs typeface="DejaVu Sans"/>
              </a:defRPr>
            </a:lvl4pPr>
            <a:lvl5pPr>
              <a:defRPr sz="2250" b="0">
                <a:solidFill>
                  <a:srgbClr val="FFFFFF"/>
                </a:solidFill>
                <a:latin typeface="DejaVu Sans"/>
                <a:ea typeface="DejaVu Sans"/>
                <a:cs typeface="DejaVu Sans"/>
              </a:defRPr>
            </a:lvl5pPr>
            <a:lvl6pPr>
              <a:defRPr sz="2250" b="0">
                <a:solidFill>
                  <a:srgbClr val="FFFFFF"/>
                </a:solidFill>
                <a:latin typeface="DejaVu Sans"/>
                <a:ea typeface="DejaVu Sans"/>
                <a:cs typeface="DejaVu Sans"/>
              </a:defRPr>
            </a:lvl6pPr>
            <a:lvl7pPr>
              <a:defRPr sz="2250" b="0">
                <a:solidFill>
                  <a:srgbClr val="FFFFFF"/>
                </a:solidFill>
                <a:latin typeface="DejaVu Sans"/>
                <a:ea typeface="DejaVu Sans"/>
                <a:cs typeface="DejaVu Sans"/>
              </a:defRPr>
            </a:lvl7pPr>
            <a:lvl8pPr>
              <a:defRPr sz="2250" b="0">
                <a:solidFill>
                  <a:srgbClr val="FFFFFF"/>
                </a:solidFill>
                <a:latin typeface="DejaVu Sans"/>
                <a:ea typeface="DejaVu Sans"/>
                <a:cs typeface="DejaVu Sans"/>
              </a:defRPr>
            </a:lvl8pPr>
            <a:lvl9pPr>
              <a:defRPr sz="2250" b="0">
                <a:solidFill>
                  <a:srgbClr val="FFFFFF"/>
                </a:solidFill>
                <a:latin typeface="DejaVu Sans"/>
                <a:ea typeface="DejaVu Sans"/>
                <a:cs typeface="DejaVu Sans"/>
              </a:defRPr>
            </a:lvl9pPr>
          </a:lstStyle>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casos de prueba documentados</a:t>
            </a:r>
          </a:p>
        </p:txBody>
      </p:sp>
      <p:sp>
        <p:nvSpPr>
          <p:cNvPr id="5" name="text-4">
            <a:extLst xmlns:a="http://schemas.openxmlformats.org/drawingml/2006/main">
              <a:ext uri="{FF2B5EF4-FFF2-40B4-BE49-F238E27FC236}">
                <a16:creationId xmlns:a16="http://schemas.microsoft.com/office/drawing/2014/main" id="{A26CB017-F5DE-4A14-BA4A-19F7D558CB3F}"/>
              </a:ext>
            </a:extLst>
          </p:cNvPr>
          <p:cNvSpPr>
            <a:spLocks xmlns:a="http://schemas.openxmlformats.org/drawingml/2006/main" noGrp="1"/>
          </p:cNvSpPr>
          <p:nvPr/>
        </p:nvSpPr>
        <p:spPr>
          <a:xfrm xmlns:a="http://schemas.openxmlformats.org/drawingml/2006/main">
            <a:off x="6715125" y="1943100"/>
            <a:ext cx="361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7500" b="1">
                <a:solidFill>
                  <a:srgbClr val="97D700"/>
                </a:solidFill>
                <a:latin typeface="DejaVu Sans"/>
                <a:ea typeface="DejaVu Sans"/>
                <a:cs typeface="DejaVu Sans"/>
              </a:defRPr>
            </a:defPPr>
            <a:lvl1pPr>
              <a:defRPr sz="7500" b="1">
                <a:solidFill>
                  <a:srgbClr val="97D700"/>
                </a:solidFill>
                <a:latin typeface="DejaVu Sans"/>
                <a:ea typeface="DejaVu Sans"/>
                <a:cs typeface="DejaVu Sans"/>
              </a:defRPr>
            </a:lvl1pPr>
            <a:lvl2pPr>
              <a:defRPr sz="7500" b="1">
                <a:solidFill>
                  <a:srgbClr val="97D700"/>
                </a:solidFill>
                <a:latin typeface="DejaVu Sans"/>
                <a:ea typeface="DejaVu Sans"/>
                <a:cs typeface="DejaVu Sans"/>
              </a:defRPr>
            </a:lvl2pPr>
            <a:lvl3pPr>
              <a:defRPr sz="7500" b="1">
                <a:solidFill>
                  <a:srgbClr val="97D700"/>
                </a:solidFill>
                <a:latin typeface="DejaVu Sans"/>
                <a:ea typeface="DejaVu Sans"/>
                <a:cs typeface="DejaVu Sans"/>
              </a:defRPr>
            </a:lvl3pPr>
            <a:lvl4pPr>
              <a:defRPr sz="7500" b="1">
                <a:solidFill>
                  <a:srgbClr val="97D700"/>
                </a:solidFill>
                <a:latin typeface="DejaVu Sans"/>
                <a:ea typeface="DejaVu Sans"/>
                <a:cs typeface="DejaVu Sans"/>
              </a:defRPr>
            </a:lvl4pPr>
            <a:lvl5pPr>
              <a:defRPr sz="7500" b="1">
                <a:solidFill>
                  <a:srgbClr val="97D700"/>
                </a:solidFill>
                <a:latin typeface="DejaVu Sans"/>
                <a:ea typeface="DejaVu Sans"/>
                <a:cs typeface="DejaVu Sans"/>
              </a:defRPr>
            </a:lvl5pPr>
            <a:lvl6pPr>
              <a:defRPr sz="7500" b="1">
                <a:solidFill>
                  <a:srgbClr val="97D700"/>
                </a:solidFill>
                <a:latin typeface="DejaVu Sans"/>
                <a:ea typeface="DejaVu Sans"/>
                <a:cs typeface="DejaVu Sans"/>
              </a:defRPr>
            </a:lvl6pPr>
            <a:lvl7pPr>
              <a:defRPr sz="7500" b="1">
                <a:solidFill>
                  <a:srgbClr val="97D700"/>
                </a:solidFill>
                <a:latin typeface="DejaVu Sans"/>
                <a:ea typeface="DejaVu Sans"/>
                <a:cs typeface="DejaVu Sans"/>
              </a:defRPr>
            </a:lvl7pPr>
            <a:lvl8pPr>
              <a:defRPr sz="7500" b="1">
                <a:solidFill>
                  <a:srgbClr val="97D700"/>
                </a:solidFill>
                <a:latin typeface="DejaVu Sans"/>
                <a:ea typeface="DejaVu Sans"/>
                <a:cs typeface="DejaVu Sans"/>
              </a:defRPr>
            </a:lvl8pPr>
            <a:lvl9pPr>
              <a:defRPr sz="7500" b="1">
                <a:solidFill>
                  <a:srgbClr val="97D700"/>
                </a:solidFill>
                <a:latin typeface="DejaVu Sans"/>
                <a:ea typeface="DejaVu Sans"/>
                <a:cs typeface="DejaVu Sans"/>
              </a:defRPr>
            </a:lvl9pPr>
          </a:lstStyle>
          <a:p xmlns:a="http://schemas.openxmlformats.org/drawingml/2006/main">
            <a:pPr>
              <a:defRPr sz="7500" b="1">
                <a:solidFill>
                  <a:srgbClr val="97D700"/>
                </a:solidFill>
                <a:latin typeface="DejaVu Sans"/>
                <a:ea typeface="DejaVu Sans"/>
                <a:cs typeface="DejaVu Sans"/>
              </a:defRPr>
            </a:pPr>
            <a:r>
              <a:rPr sz="7500" b="1">
                <a:solidFill>
                  <a:srgbClr val="97D700"/>
                </a:solidFill>
                <a:latin typeface="DejaVu Sans"/>
                <a:ea typeface="DejaVu Sans"/>
                <a:cs typeface="DejaVu Sans"/>
              </a:rPr>
              <a:t>19</a:t>
            </a:r>
          </a:p>
        </p:txBody>
      </p:sp>
      <p:sp>
        <p:nvSpPr>
          <p:cNvPr id="6" name="text-5">
            <a:extLst xmlns:a="http://schemas.openxmlformats.org/drawingml/2006/main">
              <a:ext uri="{FF2B5EF4-FFF2-40B4-BE49-F238E27FC236}">
                <a16:creationId xmlns:a16="http://schemas.microsoft.com/office/drawing/2014/main" id="{A4F4A2C2-31EC-4F9F-AB4F-8BA5FEBE3BF6}"/>
              </a:ext>
            </a:extLst>
          </p:cNvPr>
          <p:cNvSpPr>
            <a:spLocks xmlns:a="http://schemas.openxmlformats.org/drawingml/2006/main" noGrp="1"/>
          </p:cNvSpPr>
          <p:nvPr/>
        </p:nvSpPr>
        <p:spPr>
          <a:xfrm xmlns:a="http://schemas.openxmlformats.org/drawingml/2006/main">
            <a:off x="6715125" y="3248025"/>
            <a:ext cx="466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FFFFF"/>
                </a:solidFill>
                <a:latin typeface="DejaVu Sans"/>
                <a:ea typeface="DejaVu Sans"/>
                <a:cs typeface="DejaVu Sans"/>
              </a:defRPr>
            </a:defPPr>
            <a:lvl1pPr>
              <a:defRPr sz="2250" b="0">
                <a:solidFill>
                  <a:srgbClr val="FFFFFF"/>
                </a:solidFill>
                <a:latin typeface="DejaVu Sans"/>
                <a:ea typeface="DejaVu Sans"/>
                <a:cs typeface="DejaVu Sans"/>
              </a:defRPr>
            </a:lvl1pPr>
            <a:lvl2pPr>
              <a:defRPr sz="2250" b="0">
                <a:solidFill>
                  <a:srgbClr val="FFFFFF"/>
                </a:solidFill>
                <a:latin typeface="DejaVu Sans"/>
                <a:ea typeface="DejaVu Sans"/>
                <a:cs typeface="DejaVu Sans"/>
              </a:defRPr>
            </a:lvl2pPr>
            <a:lvl3pPr>
              <a:defRPr sz="2250" b="0">
                <a:solidFill>
                  <a:srgbClr val="FFFFFF"/>
                </a:solidFill>
                <a:latin typeface="DejaVu Sans"/>
                <a:ea typeface="DejaVu Sans"/>
                <a:cs typeface="DejaVu Sans"/>
              </a:defRPr>
            </a:lvl3pPr>
            <a:lvl4pPr>
              <a:defRPr sz="2250" b="0">
                <a:solidFill>
                  <a:srgbClr val="FFFFFF"/>
                </a:solidFill>
                <a:latin typeface="DejaVu Sans"/>
                <a:ea typeface="DejaVu Sans"/>
                <a:cs typeface="DejaVu Sans"/>
              </a:defRPr>
            </a:lvl4pPr>
            <a:lvl5pPr>
              <a:defRPr sz="2250" b="0">
                <a:solidFill>
                  <a:srgbClr val="FFFFFF"/>
                </a:solidFill>
                <a:latin typeface="DejaVu Sans"/>
                <a:ea typeface="DejaVu Sans"/>
                <a:cs typeface="DejaVu Sans"/>
              </a:defRPr>
            </a:lvl5pPr>
            <a:lvl6pPr>
              <a:defRPr sz="2250" b="0">
                <a:solidFill>
                  <a:srgbClr val="FFFFFF"/>
                </a:solidFill>
                <a:latin typeface="DejaVu Sans"/>
                <a:ea typeface="DejaVu Sans"/>
                <a:cs typeface="DejaVu Sans"/>
              </a:defRPr>
            </a:lvl6pPr>
            <a:lvl7pPr>
              <a:defRPr sz="2250" b="0">
                <a:solidFill>
                  <a:srgbClr val="FFFFFF"/>
                </a:solidFill>
                <a:latin typeface="DejaVu Sans"/>
                <a:ea typeface="DejaVu Sans"/>
                <a:cs typeface="DejaVu Sans"/>
              </a:defRPr>
            </a:lvl7pPr>
            <a:lvl8pPr>
              <a:defRPr sz="2250" b="0">
                <a:solidFill>
                  <a:srgbClr val="FFFFFF"/>
                </a:solidFill>
                <a:latin typeface="DejaVu Sans"/>
                <a:ea typeface="DejaVu Sans"/>
                <a:cs typeface="DejaVu Sans"/>
              </a:defRPr>
            </a:lvl8pPr>
            <a:lvl9pPr>
              <a:defRPr sz="2250" b="0">
                <a:solidFill>
                  <a:srgbClr val="FFFFFF"/>
                </a:solidFill>
                <a:latin typeface="DejaVu Sans"/>
                <a:ea typeface="DejaVu Sans"/>
                <a:cs typeface="DejaVu Sans"/>
              </a:defRPr>
            </a:lvl9pPr>
          </a:lstStyle>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criterios de aceptación</a:t>
            </a:r>
          </a:p>
        </p:txBody>
      </p:sp>
      <p:sp>
        <p:nvSpPr>
          <p:cNvPr id="7" name="text-6">
            <a:extLst xmlns:a="http://schemas.openxmlformats.org/drawingml/2006/main">
              <a:ext uri="{FF2B5EF4-FFF2-40B4-BE49-F238E27FC236}">
                <a16:creationId xmlns:a16="http://schemas.microsoft.com/office/drawing/2014/main" id="{1F74EF05-2DEC-440B-8234-9F92BE0737AD}"/>
              </a:ext>
            </a:extLst>
          </p:cNvPr>
          <p:cNvSpPr>
            <a:spLocks xmlns:a="http://schemas.openxmlformats.org/drawingml/2006/main" noGrp="1"/>
          </p:cNvSpPr>
          <p:nvPr/>
        </p:nvSpPr>
        <p:spPr>
          <a:xfrm xmlns:a="http://schemas.openxmlformats.org/drawingml/2006/main">
            <a:off x="666750" y="46672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97D700"/>
                </a:solidFill>
                <a:latin typeface="DejaVu Sans"/>
                <a:ea typeface="DejaVu Sans"/>
                <a:cs typeface="DejaVu Sans"/>
              </a:defRPr>
            </a:defPPr>
            <a:lvl1pPr>
              <a:defRPr sz="2325" b="1">
                <a:solidFill>
                  <a:srgbClr val="97D700"/>
                </a:solidFill>
                <a:latin typeface="DejaVu Sans"/>
                <a:ea typeface="DejaVu Sans"/>
                <a:cs typeface="DejaVu Sans"/>
              </a:defRPr>
            </a:lvl1pPr>
            <a:lvl2pPr>
              <a:defRPr sz="2325" b="1">
                <a:solidFill>
                  <a:srgbClr val="97D700"/>
                </a:solidFill>
                <a:latin typeface="DejaVu Sans"/>
                <a:ea typeface="DejaVu Sans"/>
                <a:cs typeface="DejaVu Sans"/>
              </a:defRPr>
            </a:lvl2pPr>
            <a:lvl3pPr>
              <a:defRPr sz="2325" b="1">
                <a:solidFill>
                  <a:srgbClr val="97D700"/>
                </a:solidFill>
                <a:latin typeface="DejaVu Sans"/>
                <a:ea typeface="DejaVu Sans"/>
                <a:cs typeface="DejaVu Sans"/>
              </a:defRPr>
            </a:lvl3pPr>
            <a:lvl4pPr>
              <a:defRPr sz="2325" b="1">
                <a:solidFill>
                  <a:srgbClr val="97D700"/>
                </a:solidFill>
                <a:latin typeface="DejaVu Sans"/>
                <a:ea typeface="DejaVu Sans"/>
                <a:cs typeface="DejaVu Sans"/>
              </a:defRPr>
            </a:lvl4pPr>
            <a:lvl5pPr>
              <a:defRPr sz="2325" b="1">
                <a:solidFill>
                  <a:srgbClr val="97D700"/>
                </a:solidFill>
                <a:latin typeface="DejaVu Sans"/>
                <a:ea typeface="DejaVu Sans"/>
                <a:cs typeface="DejaVu Sans"/>
              </a:defRPr>
            </a:lvl5pPr>
            <a:lvl6pPr>
              <a:defRPr sz="2325" b="1">
                <a:solidFill>
                  <a:srgbClr val="97D700"/>
                </a:solidFill>
                <a:latin typeface="DejaVu Sans"/>
                <a:ea typeface="DejaVu Sans"/>
                <a:cs typeface="DejaVu Sans"/>
              </a:defRPr>
            </a:lvl6pPr>
            <a:lvl7pPr>
              <a:defRPr sz="2325" b="1">
                <a:solidFill>
                  <a:srgbClr val="97D700"/>
                </a:solidFill>
                <a:latin typeface="DejaVu Sans"/>
                <a:ea typeface="DejaVu Sans"/>
                <a:cs typeface="DejaVu Sans"/>
              </a:defRPr>
            </a:lvl7pPr>
            <a:lvl8pPr>
              <a:defRPr sz="2325" b="1">
                <a:solidFill>
                  <a:srgbClr val="97D700"/>
                </a:solidFill>
                <a:latin typeface="DejaVu Sans"/>
                <a:ea typeface="DejaVu Sans"/>
                <a:cs typeface="DejaVu Sans"/>
              </a:defRPr>
            </a:lvl8pPr>
            <a:lvl9pPr>
              <a:defRPr sz="2325" b="1">
                <a:solidFill>
                  <a:srgbClr val="97D700"/>
                </a:solidFill>
                <a:latin typeface="DejaVu Sans"/>
                <a:ea typeface="DejaVu Sans"/>
                <a:cs typeface="DejaVu Sans"/>
              </a:defRPr>
            </a:lvl9pPr>
          </a:lstStyle>
          <a:p xmlns:a="http://schemas.openxmlformats.org/drawingml/2006/main">
            <a:pPr>
              <a:defRPr sz="2325" b="1">
                <a:solidFill>
                  <a:srgbClr val="97D700"/>
                </a:solidFill>
                <a:latin typeface="DejaVu Sans"/>
                <a:ea typeface="DejaVu Sans"/>
                <a:cs typeface="DejaVu Sans"/>
              </a:defRPr>
            </a:pPr>
            <a:r>
              <a:rPr sz="2325" b="1">
                <a:solidFill>
                  <a:srgbClr val="97D700"/>
                </a:solidFill>
                <a:latin typeface="DejaVu Sans"/>
                <a:ea typeface="DejaVu Sans"/>
                <a:cs typeface="DejaVu Sans"/>
              </a:rPr>
              <a:t>Resultado funcional</a:t>
            </a:r>
          </a:p>
        </p:txBody>
      </p:sp>
      <p:sp>
        <p:nvSpPr>
          <p:cNvPr id="8" name="text-7">
            <a:extLst xmlns:a="http://schemas.openxmlformats.org/drawingml/2006/main">
              <a:ext uri="{FF2B5EF4-FFF2-40B4-BE49-F238E27FC236}">
                <a16:creationId xmlns:a16="http://schemas.microsoft.com/office/drawing/2014/main" id="{3F0BEB58-2A0F-4F8F-B9EE-C98C44FC2259}"/>
              </a:ext>
            </a:extLst>
          </p:cNvPr>
          <p:cNvSpPr>
            <a:spLocks xmlns:a="http://schemas.openxmlformats.org/drawingml/2006/main" noGrp="1"/>
          </p:cNvSpPr>
          <p:nvPr/>
        </p:nvSpPr>
        <p:spPr>
          <a:xfrm xmlns:a="http://schemas.openxmlformats.org/drawingml/2006/main">
            <a:off x="666750" y="5238750"/>
            <a:ext cx="10572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DejaVu Sans"/>
                <a:ea typeface="DejaVu Sans"/>
                <a:cs typeface="DejaVu Sans"/>
              </a:defRPr>
            </a:defPPr>
            <a:lvl1pPr>
              <a:defRPr sz="2175" b="0">
                <a:solidFill>
                  <a:srgbClr val="FFFFFF"/>
                </a:solidFill>
                <a:latin typeface="DejaVu Sans"/>
                <a:ea typeface="DejaVu Sans"/>
                <a:cs typeface="DejaVu Sans"/>
              </a:defRPr>
            </a:lvl1pPr>
            <a:lvl2pPr>
              <a:defRPr sz="2175" b="0">
                <a:solidFill>
                  <a:srgbClr val="FFFFFF"/>
                </a:solidFill>
                <a:latin typeface="DejaVu Sans"/>
                <a:ea typeface="DejaVu Sans"/>
                <a:cs typeface="DejaVu Sans"/>
              </a:defRPr>
            </a:lvl2pPr>
            <a:lvl3pPr>
              <a:defRPr sz="2175" b="0">
                <a:solidFill>
                  <a:srgbClr val="FFFFFF"/>
                </a:solidFill>
                <a:latin typeface="DejaVu Sans"/>
                <a:ea typeface="DejaVu Sans"/>
                <a:cs typeface="DejaVu Sans"/>
              </a:defRPr>
            </a:lvl3pPr>
            <a:lvl4pPr>
              <a:defRPr sz="2175" b="0">
                <a:solidFill>
                  <a:srgbClr val="FFFFFF"/>
                </a:solidFill>
                <a:latin typeface="DejaVu Sans"/>
                <a:ea typeface="DejaVu Sans"/>
                <a:cs typeface="DejaVu Sans"/>
              </a:defRPr>
            </a:lvl4pPr>
            <a:lvl5pPr>
              <a:defRPr sz="2175" b="0">
                <a:solidFill>
                  <a:srgbClr val="FFFFFF"/>
                </a:solidFill>
                <a:latin typeface="DejaVu Sans"/>
                <a:ea typeface="DejaVu Sans"/>
                <a:cs typeface="DejaVu Sans"/>
              </a:defRPr>
            </a:lvl5pPr>
            <a:lvl6pPr>
              <a:defRPr sz="2175" b="0">
                <a:solidFill>
                  <a:srgbClr val="FFFFFF"/>
                </a:solidFill>
                <a:latin typeface="DejaVu Sans"/>
                <a:ea typeface="DejaVu Sans"/>
                <a:cs typeface="DejaVu Sans"/>
              </a:defRPr>
            </a:lvl6pPr>
            <a:lvl7pPr>
              <a:defRPr sz="2175" b="0">
                <a:solidFill>
                  <a:srgbClr val="FFFFFF"/>
                </a:solidFill>
                <a:latin typeface="DejaVu Sans"/>
                <a:ea typeface="DejaVu Sans"/>
                <a:cs typeface="DejaVu Sans"/>
              </a:defRPr>
            </a:lvl7pPr>
            <a:lvl8pPr>
              <a:defRPr sz="2175" b="0">
                <a:solidFill>
                  <a:srgbClr val="FFFFFF"/>
                </a:solidFill>
                <a:latin typeface="DejaVu Sans"/>
                <a:ea typeface="DejaVu Sans"/>
                <a:cs typeface="DejaVu Sans"/>
              </a:defRPr>
            </a:lvl8pPr>
            <a:lvl9pPr>
              <a:defRPr sz="2175" b="0">
                <a:solidFill>
                  <a:srgbClr val="FFFFFF"/>
                </a:solidFill>
                <a:latin typeface="DejaVu Sans"/>
                <a:ea typeface="DejaVu Sans"/>
                <a:cs typeface="DejaVu Sans"/>
              </a:defRPr>
            </a:lvl9pPr>
          </a:lstStyle>
          <a:p xmlns:a="http://schemas.openxmlformats.org/drawingml/2006/main">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El responsable confirmó el funcionamiento correcto. La aceptación formal corresponde a la persona evaluadora.</a:t>
            </a:r>
          </a:p>
        </p:txBody>
      </p:sp>
    </p:spTree>
    <p:extLst>
      <p:ext uri="{BB962C8B-B14F-4D97-AF65-F5344CB8AC3E}">
        <p14:creationId xmlns:p14="http://schemas.microsoft.com/office/powerpoint/2010/main" val="12699078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E885879-AEDE-46F7-8225-84D5A0C47139}"/>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pPr>
              <a:defRPr sz="3300" b="1">
                <a:solidFill>
                  <a:srgbClr val="17324D"/>
                </a:solidFill>
                <a:latin typeface="DejaVu Sans"/>
                <a:ea typeface="DejaVu Sans"/>
                <a:cs typeface="DejaVu Sans"/>
              </a:defRPr>
            </a:pPr>
            <a:r>
              <a:rPr sz="3300" b="1">
                <a:solidFill>
                  <a:srgbClr val="17324D"/>
                </a:solidFill>
                <a:latin typeface="DejaVu Sans"/>
                <a:ea typeface="DejaVu Sans"/>
                <a:cs typeface="DejaVu Sans"/>
              </a:rPr>
              <a:t>Despliegue y evidencia de funcionamiento</a:t>
            </a:r>
          </a:p>
        </p:txBody>
      </p:sp>
      <p:sp>
        <p:nvSpPr>
          <p:cNvPr id="2" name="text-1">
            <a:extLst xmlns:a="http://schemas.openxmlformats.org/drawingml/2006/main">
              <a:ext uri="{FF2B5EF4-FFF2-40B4-BE49-F238E27FC236}">
                <a16:creationId xmlns:a16="http://schemas.microsoft.com/office/drawing/2014/main" id="{C678CD54-702C-48A4-9588-B79AD8AEE789}"/>
              </a:ext>
            </a:extLst>
          </p:cNvPr>
          <p:cNvSpPr>
            <a:spLocks xmlns:a="http://schemas.openxmlformats.org/drawingml/2006/main" noGrp="1"/>
          </p:cNvSpPr>
          <p:nvPr/>
        </p:nvSpPr>
        <p:spPr>
          <a:xfrm xmlns:a="http://schemas.openxmlformats.org/drawingml/2006/main">
            <a:off x="666750" y="15144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77C"/>
                </a:solidFill>
                <a:latin typeface="DejaVu Sans"/>
                <a:ea typeface="DejaVu Sans"/>
                <a:cs typeface="DejaVu Sans"/>
              </a:defRPr>
            </a:defPPr>
            <a:lvl1pPr>
              <a:defRPr sz="1800" b="0">
                <a:solidFill>
                  <a:srgbClr val="52677C"/>
                </a:solidFill>
                <a:latin typeface="DejaVu Sans"/>
                <a:ea typeface="DejaVu Sans"/>
                <a:cs typeface="DejaVu Sans"/>
              </a:defRPr>
            </a:lvl1pPr>
            <a:lvl2pPr>
              <a:defRPr sz="1800" b="0">
                <a:solidFill>
                  <a:srgbClr val="52677C"/>
                </a:solidFill>
                <a:latin typeface="DejaVu Sans"/>
                <a:ea typeface="DejaVu Sans"/>
                <a:cs typeface="DejaVu Sans"/>
              </a:defRPr>
            </a:lvl2pPr>
            <a:lvl3pPr>
              <a:defRPr sz="1800" b="0">
                <a:solidFill>
                  <a:srgbClr val="52677C"/>
                </a:solidFill>
                <a:latin typeface="DejaVu Sans"/>
                <a:ea typeface="DejaVu Sans"/>
                <a:cs typeface="DejaVu Sans"/>
              </a:defRPr>
            </a:lvl3pPr>
            <a:lvl4pPr>
              <a:defRPr sz="1800" b="0">
                <a:solidFill>
                  <a:srgbClr val="52677C"/>
                </a:solidFill>
                <a:latin typeface="DejaVu Sans"/>
                <a:ea typeface="DejaVu Sans"/>
                <a:cs typeface="DejaVu Sans"/>
              </a:defRPr>
            </a:lvl4pPr>
            <a:lvl5pPr>
              <a:defRPr sz="1800" b="0">
                <a:solidFill>
                  <a:srgbClr val="52677C"/>
                </a:solidFill>
                <a:latin typeface="DejaVu Sans"/>
                <a:ea typeface="DejaVu Sans"/>
                <a:cs typeface="DejaVu Sans"/>
              </a:defRPr>
            </a:lvl5pPr>
            <a:lvl6pPr>
              <a:defRPr sz="1800" b="0">
                <a:solidFill>
                  <a:srgbClr val="52677C"/>
                </a:solidFill>
                <a:latin typeface="DejaVu Sans"/>
                <a:ea typeface="DejaVu Sans"/>
                <a:cs typeface="DejaVu Sans"/>
              </a:defRPr>
            </a:lvl6pPr>
            <a:lvl7pPr>
              <a:defRPr sz="1800" b="0">
                <a:solidFill>
                  <a:srgbClr val="52677C"/>
                </a:solidFill>
                <a:latin typeface="DejaVu Sans"/>
                <a:ea typeface="DejaVu Sans"/>
                <a:cs typeface="DejaVu Sans"/>
              </a:defRPr>
            </a:lvl7pPr>
            <a:lvl8pPr>
              <a:defRPr sz="1800" b="0">
                <a:solidFill>
                  <a:srgbClr val="52677C"/>
                </a:solidFill>
                <a:latin typeface="DejaVu Sans"/>
                <a:ea typeface="DejaVu Sans"/>
                <a:cs typeface="DejaVu Sans"/>
              </a:defRPr>
            </a:lvl8pPr>
            <a:lvl9pPr>
              <a:defRPr sz="1800" b="0">
                <a:solidFill>
                  <a:srgbClr val="52677C"/>
                </a:solidFill>
                <a:latin typeface="DejaVu Sans"/>
                <a:ea typeface="DejaVu Sans"/>
                <a:cs typeface="DejaVu Sans"/>
              </a:defRPr>
            </a:lvl9pPr>
          </a:lstStyle>
          <a:p xmlns:a="http://schemas.openxmlformats.org/drawingml/2006/main">
            <a:pPr>
              <a:defRPr sz="1800" b="0">
                <a:solidFill>
                  <a:srgbClr val="52677C"/>
                </a:solidFill>
                <a:latin typeface="DejaVu Sans"/>
                <a:ea typeface="DejaVu Sans"/>
                <a:cs typeface="DejaVu Sans"/>
              </a:defRPr>
            </a:pPr>
            <a:r>
              <a:rPr sz="1800" b="0">
                <a:solidFill>
                  <a:srgbClr val="52677C"/>
                </a:solidFill>
                <a:latin typeface="DejaVu Sans"/>
                <a:ea typeface="DejaVu Sans"/>
                <a:cs typeface="DejaVu Sans"/>
              </a:rPr>
              <a:t>Azure App Service y Azure SQL Database, en Canada Central</a:t>
            </a:r>
          </a:p>
        </p:txBody>
      </p:sp>
      <p:sp>
        <p:nvSpPr>
          <p:cNvPr id="3" name="text-2">
            <a:extLst xmlns:a="http://schemas.openxmlformats.org/drawingml/2006/main">
              <a:ext uri="{FF2B5EF4-FFF2-40B4-BE49-F238E27FC236}">
                <a16:creationId xmlns:a16="http://schemas.microsoft.com/office/drawing/2014/main" id="{0DDD902C-B3C2-437B-A230-7B925450D6E2}"/>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13</a:t>
            </a:r>
          </a:p>
        </p:txBody>
      </p:sp>
      <p:pic>
        <p:nvPicPr>
          <p:cNvPr id="4" name="">
            <a:extLst xmlns:a="http://schemas.openxmlformats.org/drawingml/2006/main">
              <a:ext uri="{FF2B5EF4-FFF2-40B4-BE49-F238E27FC236}">
                <a16:creationId xmlns:a16="http://schemas.microsoft.com/office/drawing/2014/main" id="{B5AF134D-595A-4299-A0B6-E8AE9A9CF1FF}"/>
              </a:ext>
            </a:extLst>
          </p:cNvPr>
          <p:cNvPicPr>
            <a:picLocks xmlns:a="http://schemas.openxmlformats.org/drawingml/2006/main" noChangeAspect="1"/>
          </p:cNvPicPr>
          <p:nvPr/>
        </p:nvPicPr>
        <p:blipFill>
          <a:blip xmlns:r="http://schemas.openxmlformats.org/officeDocument/2006/relationships" xmlns:a="http://schemas.openxmlformats.org/drawingml/2006/main" r:embed="R5621308ace144d54"/>
          <a:stretch xmlns:a="http://schemas.openxmlformats.org/drawingml/2006/main"/>
        </p:blipFill>
        <p:spPr>
          <a:xfrm xmlns:a="http://schemas.openxmlformats.org/drawingml/2006/main">
            <a:off x="668791" y="2190750"/>
            <a:ext cx="7949293" cy="3629025"/>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4C725C31-4FE1-4DBF-AC8B-2249B14099F6}"/>
              </a:ext>
            </a:extLst>
          </p:cNvPr>
          <p:cNvSpPr>
            <a:spLocks xmlns:a="http://schemas.openxmlformats.org/drawingml/2006/main" noGrp="1"/>
          </p:cNvSpPr>
          <p:nvPr/>
        </p:nvSpPr>
        <p:spPr>
          <a:xfrm xmlns:a="http://schemas.openxmlformats.org/drawingml/2006/main">
            <a:off x="9096375" y="2352675"/>
            <a:ext cx="25241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17324D"/>
                </a:solidFill>
                <a:latin typeface="DejaVu Sans"/>
                <a:ea typeface="DejaVu Sans"/>
                <a:cs typeface="DejaVu Sans"/>
              </a:defRPr>
            </a:defPPr>
            <a:lvl1pPr>
              <a:defRPr sz="2325" b="1">
                <a:solidFill>
                  <a:srgbClr val="17324D"/>
                </a:solidFill>
                <a:latin typeface="DejaVu Sans"/>
                <a:ea typeface="DejaVu Sans"/>
                <a:cs typeface="DejaVu Sans"/>
              </a:defRPr>
            </a:lvl1pPr>
            <a:lvl2pPr>
              <a:defRPr sz="2325" b="1">
                <a:solidFill>
                  <a:srgbClr val="17324D"/>
                </a:solidFill>
                <a:latin typeface="DejaVu Sans"/>
                <a:ea typeface="DejaVu Sans"/>
                <a:cs typeface="DejaVu Sans"/>
              </a:defRPr>
            </a:lvl2pPr>
            <a:lvl3pPr>
              <a:defRPr sz="2325" b="1">
                <a:solidFill>
                  <a:srgbClr val="17324D"/>
                </a:solidFill>
                <a:latin typeface="DejaVu Sans"/>
                <a:ea typeface="DejaVu Sans"/>
                <a:cs typeface="DejaVu Sans"/>
              </a:defRPr>
            </a:lvl3pPr>
            <a:lvl4pPr>
              <a:defRPr sz="2325" b="1">
                <a:solidFill>
                  <a:srgbClr val="17324D"/>
                </a:solidFill>
                <a:latin typeface="DejaVu Sans"/>
                <a:ea typeface="DejaVu Sans"/>
                <a:cs typeface="DejaVu Sans"/>
              </a:defRPr>
            </a:lvl4pPr>
            <a:lvl5pPr>
              <a:defRPr sz="2325" b="1">
                <a:solidFill>
                  <a:srgbClr val="17324D"/>
                </a:solidFill>
                <a:latin typeface="DejaVu Sans"/>
                <a:ea typeface="DejaVu Sans"/>
                <a:cs typeface="DejaVu Sans"/>
              </a:defRPr>
            </a:lvl5pPr>
            <a:lvl6pPr>
              <a:defRPr sz="2325" b="1">
                <a:solidFill>
                  <a:srgbClr val="17324D"/>
                </a:solidFill>
                <a:latin typeface="DejaVu Sans"/>
                <a:ea typeface="DejaVu Sans"/>
                <a:cs typeface="DejaVu Sans"/>
              </a:defRPr>
            </a:lvl6pPr>
            <a:lvl7pPr>
              <a:defRPr sz="2325" b="1">
                <a:solidFill>
                  <a:srgbClr val="17324D"/>
                </a:solidFill>
                <a:latin typeface="DejaVu Sans"/>
                <a:ea typeface="DejaVu Sans"/>
                <a:cs typeface="DejaVu Sans"/>
              </a:defRPr>
            </a:lvl7pPr>
            <a:lvl8pPr>
              <a:defRPr sz="2325" b="1">
                <a:solidFill>
                  <a:srgbClr val="17324D"/>
                </a:solidFill>
                <a:latin typeface="DejaVu Sans"/>
                <a:ea typeface="DejaVu Sans"/>
                <a:cs typeface="DejaVu Sans"/>
              </a:defRPr>
            </a:lvl8pPr>
            <a:lvl9pPr>
              <a:defRPr sz="2325" b="1">
                <a:solidFill>
                  <a:srgbClr val="17324D"/>
                </a:solidFill>
                <a:latin typeface="DejaVu Sans"/>
                <a:ea typeface="DejaVu Sans"/>
                <a:cs typeface="DejaVu Sans"/>
              </a:defRPr>
            </a:lvl9pPr>
          </a:lstStyle>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12 líneas</a:t>
            </a:r>
          </a:p>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121 estaciones</a:t>
            </a:r>
          </a:p>
          <a:p xmlns:a="http://schemas.openxmlformats.org/drawingml/2006/main">
            <a:pPr>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171 buses</a:t>
            </a:r>
          </a:p>
        </p:txBody>
      </p:sp>
      <p:sp>
        <p:nvSpPr>
          <p:cNvPr id="6" name="text-4">
            <a:extLst xmlns:a="http://schemas.openxmlformats.org/drawingml/2006/main">
              <a:ext uri="{FF2B5EF4-FFF2-40B4-BE49-F238E27FC236}">
                <a16:creationId xmlns:a16="http://schemas.microsoft.com/office/drawing/2014/main" id="{2B36E568-3389-4F1B-8995-48D7958CD95B}"/>
              </a:ext>
            </a:extLst>
          </p:cNvPr>
          <p:cNvSpPr>
            <a:spLocks xmlns:a="http://schemas.openxmlformats.org/drawingml/2006/main" noGrp="1"/>
          </p:cNvSpPr>
          <p:nvPr/>
        </p:nvSpPr>
        <p:spPr>
          <a:xfrm xmlns:a="http://schemas.openxmlformats.org/drawingml/2006/main">
            <a:off x="9096375" y="44196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77C"/>
                </a:solidFill>
                <a:latin typeface="DejaVu Sans"/>
                <a:ea typeface="DejaVu Sans"/>
                <a:cs typeface="DejaVu Sans"/>
              </a:defRPr>
            </a:defPPr>
            <a:lvl1pPr>
              <a:defRPr sz="1725" b="0">
                <a:solidFill>
                  <a:srgbClr val="52677C"/>
                </a:solidFill>
                <a:latin typeface="DejaVu Sans"/>
                <a:ea typeface="DejaVu Sans"/>
                <a:cs typeface="DejaVu Sans"/>
              </a:defRPr>
            </a:lvl1pPr>
            <a:lvl2pPr>
              <a:defRPr sz="1725" b="0">
                <a:solidFill>
                  <a:srgbClr val="52677C"/>
                </a:solidFill>
                <a:latin typeface="DejaVu Sans"/>
                <a:ea typeface="DejaVu Sans"/>
                <a:cs typeface="DejaVu Sans"/>
              </a:defRPr>
            </a:lvl2pPr>
            <a:lvl3pPr>
              <a:defRPr sz="1725" b="0">
                <a:solidFill>
                  <a:srgbClr val="52677C"/>
                </a:solidFill>
                <a:latin typeface="DejaVu Sans"/>
                <a:ea typeface="DejaVu Sans"/>
                <a:cs typeface="DejaVu Sans"/>
              </a:defRPr>
            </a:lvl3pPr>
            <a:lvl4pPr>
              <a:defRPr sz="1725" b="0">
                <a:solidFill>
                  <a:srgbClr val="52677C"/>
                </a:solidFill>
                <a:latin typeface="DejaVu Sans"/>
                <a:ea typeface="DejaVu Sans"/>
                <a:cs typeface="DejaVu Sans"/>
              </a:defRPr>
            </a:lvl4pPr>
            <a:lvl5pPr>
              <a:defRPr sz="1725" b="0">
                <a:solidFill>
                  <a:srgbClr val="52677C"/>
                </a:solidFill>
                <a:latin typeface="DejaVu Sans"/>
                <a:ea typeface="DejaVu Sans"/>
                <a:cs typeface="DejaVu Sans"/>
              </a:defRPr>
            </a:lvl5pPr>
            <a:lvl6pPr>
              <a:defRPr sz="1725" b="0">
                <a:solidFill>
                  <a:srgbClr val="52677C"/>
                </a:solidFill>
                <a:latin typeface="DejaVu Sans"/>
                <a:ea typeface="DejaVu Sans"/>
                <a:cs typeface="DejaVu Sans"/>
              </a:defRPr>
            </a:lvl6pPr>
            <a:lvl7pPr>
              <a:defRPr sz="1725" b="0">
                <a:solidFill>
                  <a:srgbClr val="52677C"/>
                </a:solidFill>
                <a:latin typeface="DejaVu Sans"/>
                <a:ea typeface="DejaVu Sans"/>
                <a:cs typeface="DejaVu Sans"/>
              </a:defRPr>
            </a:lvl7pPr>
            <a:lvl8pPr>
              <a:defRPr sz="1725" b="0">
                <a:solidFill>
                  <a:srgbClr val="52677C"/>
                </a:solidFill>
                <a:latin typeface="DejaVu Sans"/>
                <a:ea typeface="DejaVu Sans"/>
                <a:cs typeface="DejaVu Sans"/>
              </a:defRPr>
            </a:lvl8pPr>
            <a:lvl9pPr>
              <a:defRPr sz="1725" b="0">
                <a:solidFill>
                  <a:srgbClr val="52677C"/>
                </a:solidFill>
                <a:latin typeface="DejaVu Sans"/>
                <a:ea typeface="DejaVu Sans"/>
                <a:cs typeface="DejaVu Sans"/>
              </a:defRPr>
            </a:lvl9pPr>
          </a:lstStyle>
          <a:p xmlns:a="http://schemas.openxmlformats.org/drawingml/2006/main">
            <a:pPr>
              <a:defRPr sz="1725" b="0">
                <a:solidFill>
                  <a:srgbClr val="52677C"/>
                </a:solidFill>
                <a:latin typeface="DejaVu Sans"/>
                <a:ea typeface="DejaVu Sans"/>
                <a:cs typeface="DejaVu Sans"/>
              </a:defRPr>
            </a:pPr>
            <a:r>
              <a:rPr sz="1725" b="0">
                <a:solidFill>
                  <a:srgbClr val="52677C"/>
                </a:solidFill>
                <a:latin typeface="DejaVu Sans"/>
                <a:ea typeface="DejaVu Sans"/>
                <a:cs typeface="DejaVu Sans"/>
              </a:rPr>
              <a:t>Registros del ambiente de demostración</a:t>
            </a:r>
          </a:p>
        </p:txBody>
      </p:sp>
      <p:sp>
        <p:nvSpPr>
          <p:cNvPr id="7" name="text-5">
            <a:extLst xmlns:a="http://schemas.openxmlformats.org/drawingml/2006/main">
              <a:ext uri="{FF2B5EF4-FFF2-40B4-BE49-F238E27FC236}">
                <a16:creationId xmlns:a16="http://schemas.microsoft.com/office/drawing/2014/main" id="{CFEEED6F-6454-4B7F-8FDF-E824FC19A657}"/>
              </a:ext>
            </a:extLst>
          </p:cNvPr>
          <p:cNvSpPr>
            <a:spLocks xmlns:a="http://schemas.openxmlformats.org/drawingml/2006/main" noGrp="1"/>
          </p:cNvSpPr>
          <p:nvPr/>
        </p:nvSpPr>
        <p:spPr>
          <a:xfrm xmlns:a="http://schemas.openxmlformats.org/drawingml/2006/main">
            <a:off x="666750" y="60483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77C"/>
                </a:solidFill>
                <a:latin typeface="DejaVu Sans"/>
                <a:ea typeface="DejaVu Sans"/>
                <a:cs typeface="DejaVu Sans"/>
              </a:defRPr>
            </a:defPPr>
            <a:lvl1pPr>
              <a:defRPr sz="1725" b="0">
                <a:solidFill>
                  <a:srgbClr val="52677C"/>
                </a:solidFill>
                <a:latin typeface="DejaVu Sans"/>
                <a:ea typeface="DejaVu Sans"/>
                <a:cs typeface="DejaVu Sans"/>
              </a:defRPr>
            </a:lvl1pPr>
            <a:lvl2pPr>
              <a:defRPr sz="1725" b="0">
                <a:solidFill>
                  <a:srgbClr val="52677C"/>
                </a:solidFill>
                <a:latin typeface="DejaVu Sans"/>
                <a:ea typeface="DejaVu Sans"/>
                <a:cs typeface="DejaVu Sans"/>
              </a:defRPr>
            </a:lvl2pPr>
            <a:lvl3pPr>
              <a:defRPr sz="1725" b="0">
                <a:solidFill>
                  <a:srgbClr val="52677C"/>
                </a:solidFill>
                <a:latin typeface="DejaVu Sans"/>
                <a:ea typeface="DejaVu Sans"/>
                <a:cs typeface="DejaVu Sans"/>
              </a:defRPr>
            </a:lvl3pPr>
            <a:lvl4pPr>
              <a:defRPr sz="1725" b="0">
                <a:solidFill>
                  <a:srgbClr val="52677C"/>
                </a:solidFill>
                <a:latin typeface="DejaVu Sans"/>
                <a:ea typeface="DejaVu Sans"/>
                <a:cs typeface="DejaVu Sans"/>
              </a:defRPr>
            </a:lvl4pPr>
            <a:lvl5pPr>
              <a:defRPr sz="1725" b="0">
                <a:solidFill>
                  <a:srgbClr val="52677C"/>
                </a:solidFill>
                <a:latin typeface="DejaVu Sans"/>
                <a:ea typeface="DejaVu Sans"/>
                <a:cs typeface="DejaVu Sans"/>
              </a:defRPr>
            </a:lvl5pPr>
            <a:lvl6pPr>
              <a:defRPr sz="1725" b="0">
                <a:solidFill>
                  <a:srgbClr val="52677C"/>
                </a:solidFill>
                <a:latin typeface="DejaVu Sans"/>
                <a:ea typeface="DejaVu Sans"/>
                <a:cs typeface="DejaVu Sans"/>
              </a:defRPr>
            </a:lvl6pPr>
            <a:lvl7pPr>
              <a:defRPr sz="1725" b="0">
                <a:solidFill>
                  <a:srgbClr val="52677C"/>
                </a:solidFill>
                <a:latin typeface="DejaVu Sans"/>
                <a:ea typeface="DejaVu Sans"/>
                <a:cs typeface="DejaVu Sans"/>
              </a:defRPr>
            </a:lvl7pPr>
            <a:lvl8pPr>
              <a:defRPr sz="1725" b="0">
                <a:solidFill>
                  <a:srgbClr val="52677C"/>
                </a:solidFill>
                <a:latin typeface="DejaVu Sans"/>
                <a:ea typeface="DejaVu Sans"/>
                <a:cs typeface="DejaVu Sans"/>
              </a:defRPr>
            </a:lvl8pPr>
            <a:lvl9pPr>
              <a:defRPr sz="1725" b="0">
                <a:solidFill>
                  <a:srgbClr val="52677C"/>
                </a:solidFill>
                <a:latin typeface="DejaVu Sans"/>
                <a:ea typeface="DejaVu Sans"/>
                <a:cs typeface="DejaVu Sans"/>
              </a:defRPr>
            </a:lvl9pPr>
          </a:lstStyle>
          <a:p xmlns:a="http://schemas.openxmlformats.org/drawingml/2006/main">
            <a:pPr>
              <a:defRPr sz="1725" b="0">
                <a:solidFill>
                  <a:srgbClr val="52677C"/>
                </a:solidFill>
                <a:latin typeface="DejaVu Sans"/>
                <a:ea typeface="DejaVu Sans"/>
                <a:cs typeface="DejaVu Sans"/>
              </a:defRPr>
            </a:pPr>
            <a:r>
              <a:rPr sz="1725" b="0">
                <a:solidFill>
                  <a:srgbClr val="52677C"/>
                </a:solidFill>
                <a:latin typeface="DejaVu Sans"/>
                <a:ea typeface="DejaVu Sans"/>
                <a:cs typeface="DejaVu Sans"/>
              </a:rPr>
              <a:t>Inicio de sesión y consulta de registros comprobados por el responsable.</a:t>
            </a:r>
          </a:p>
        </p:txBody>
      </p:sp>
    </p:spTree>
    <p:extLst>
      <p:ext uri="{BB962C8B-B14F-4D97-AF65-F5344CB8AC3E}">
        <p14:creationId xmlns:p14="http://schemas.microsoft.com/office/powerpoint/2010/main" val="16341755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2F8C8ACB-7E5C-489A-BF27-3AAC8538CDF3}"/>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7324D"/>
                </a:solidFill>
                <a:latin typeface="DejaVu Sans"/>
                <a:ea typeface="DejaVu Sans"/>
                <a:cs typeface="DejaVu Sans"/>
              </a:defRPr>
            </a:defPPr>
            <a:lvl1pPr>
              <a:defRPr sz="3300" b="1">
                <a:solidFill>
                  <a:srgbClr val="17324D"/>
                </a:solidFill>
                <a:latin typeface="DejaVu Sans"/>
                <a:ea typeface="DejaVu Sans"/>
                <a:cs typeface="DejaVu Sans"/>
              </a:defRPr>
            </a:lvl1pPr>
            <a:lvl2pPr>
              <a:defRPr sz="3300" b="1">
                <a:solidFill>
                  <a:srgbClr val="17324D"/>
                </a:solidFill>
                <a:latin typeface="DejaVu Sans"/>
                <a:ea typeface="DejaVu Sans"/>
                <a:cs typeface="DejaVu Sans"/>
              </a:defRPr>
            </a:lvl2pPr>
            <a:lvl3pPr>
              <a:defRPr sz="3300" b="1">
                <a:solidFill>
                  <a:srgbClr val="17324D"/>
                </a:solidFill>
                <a:latin typeface="DejaVu Sans"/>
                <a:ea typeface="DejaVu Sans"/>
                <a:cs typeface="DejaVu Sans"/>
              </a:defRPr>
            </a:lvl3pPr>
            <a:lvl4pPr>
              <a:defRPr sz="3300" b="1">
                <a:solidFill>
                  <a:srgbClr val="17324D"/>
                </a:solidFill>
                <a:latin typeface="DejaVu Sans"/>
                <a:ea typeface="DejaVu Sans"/>
                <a:cs typeface="DejaVu Sans"/>
              </a:defRPr>
            </a:lvl4pPr>
            <a:lvl5pPr>
              <a:defRPr sz="3300" b="1">
                <a:solidFill>
                  <a:srgbClr val="17324D"/>
                </a:solidFill>
                <a:latin typeface="DejaVu Sans"/>
                <a:ea typeface="DejaVu Sans"/>
                <a:cs typeface="DejaVu Sans"/>
              </a:defRPr>
            </a:lvl5pPr>
            <a:lvl6pPr>
              <a:defRPr sz="3300" b="1">
                <a:solidFill>
                  <a:srgbClr val="17324D"/>
                </a:solidFill>
                <a:latin typeface="DejaVu Sans"/>
                <a:ea typeface="DejaVu Sans"/>
                <a:cs typeface="DejaVu Sans"/>
              </a:defRPr>
            </a:lvl6pPr>
            <a:lvl7pPr>
              <a:defRPr sz="3300" b="1">
                <a:solidFill>
                  <a:srgbClr val="17324D"/>
                </a:solidFill>
                <a:latin typeface="DejaVu Sans"/>
                <a:ea typeface="DejaVu Sans"/>
                <a:cs typeface="DejaVu Sans"/>
              </a:defRPr>
            </a:lvl7pPr>
            <a:lvl8pPr>
              <a:defRPr sz="3300" b="1">
                <a:solidFill>
                  <a:srgbClr val="17324D"/>
                </a:solidFill>
                <a:latin typeface="DejaVu Sans"/>
                <a:ea typeface="DejaVu Sans"/>
                <a:cs typeface="DejaVu Sans"/>
              </a:defRPr>
            </a:lvl8pPr>
            <a:lvl9pPr>
              <a:defRPr sz="3300" b="1">
                <a:solidFill>
                  <a:srgbClr val="17324D"/>
                </a:solidFill>
                <a:latin typeface="DejaVu Sans"/>
                <a:ea typeface="DejaVu Sans"/>
                <a:cs typeface="DejaVu Sans"/>
              </a:defRPr>
            </a:lvl9pPr>
          </a:lstStyle>
          <a:p xmlns:a="http://schemas.openxmlformats.org/drawingml/2006/main">
            <a:pPr>
              <a:defRPr sz="3300" b="1">
                <a:solidFill>
                  <a:srgbClr val="17324D"/>
                </a:solidFill>
                <a:latin typeface="DejaVu Sans"/>
                <a:ea typeface="DejaVu Sans"/>
                <a:cs typeface="DejaVu Sans"/>
              </a:defRPr>
            </a:pPr>
            <a:r>
              <a:rPr sz="3300" b="1">
                <a:solidFill>
                  <a:srgbClr val="17324D"/>
                </a:solidFill>
                <a:latin typeface="DejaVu Sans"/>
                <a:ea typeface="DejaVu Sans"/>
                <a:cs typeface="DejaVu Sans"/>
              </a:rPr>
              <a:t>Propuesta económica y siguiente etapa</a:t>
            </a:r>
          </a:p>
        </p:txBody>
      </p:sp>
      <p:sp>
        <p:nvSpPr>
          <p:cNvPr id="2" name="text-1">
            <a:extLst xmlns:a="http://schemas.openxmlformats.org/drawingml/2006/main">
              <a:ext uri="{FF2B5EF4-FFF2-40B4-BE49-F238E27FC236}">
                <a16:creationId xmlns:a16="http://schemas.microsoft.com/office/drawing/2014/main" id="{932DD19D-0BFB-4679-AB71-9DC4E476007B}"/>
              </a:ext>
            </a:extLst>
          </p:cNvPr>
          <p:cNvSpPr>
            <a:spLocks xmlns:a="http://schemas.openxmlformats.org/drawingml/2006/main" noGrp="1"/>
          </p:cNvSpPr>
          <p:nvPr/>
        </p:nvSpPr>
        <p:spPr>
          <a:xfrm xmlns:a="http://schemas.openxmlformats.org/drawingml/2006/main">
            <a:off x="666750" y="15144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77C"/>
                </a:solidFill>
                <a:latin typeface="DejaVu Sans"/>
                <a:ea typeface="DejaVu Sans"/>
                <a:cs typeface="DejaVu Sans"/>
              </a:defRPr>
            </a:defPPr>
            <a:lvl1pPr>
              <a:defRPr sz="1800" b="0">
                <a:solidFill>
                  <a:srgbClr val="52677C"/>
                </a:solidFill>
                <a:latin typeface="DejaVu Sans"/>
                <a:ea typeface="DejaVu Sans"/>
                <a:cs typeface="DejaVu Sans"/>
              </a:defRPr>
            </a:lvl1pPr>
            <a:lvl2pPr>
              <a:defRPr sz="1800" b="0">
                <a:solidFill>
                  <a:srgbClr val="52677C"/>
                </a:solidFill>
                <a:latin typeface="DejaVu Sans"/>
                <a:ea typeface="DejaVu Sans"/>
                <a:cs typeface="DejaVu Sans"/>
              </a:defRPr>
            </a:lvl2pPr>
            <a:lvl3pPr>
              <a:defRPr sz="1800" b="0">
                <a:solidFill>
                  <a:srgbClr val="52677C"/>
                </a:solidFill>
                <a:latin typeface="DejaVu Sans"/>
                <a:ea typeface="DejaVu Sans"/>
                <a:cs typeface="DejaVu Sans"/>
              </a:defRPr>
            </a:lvl3pPr>
            <a:lvl4pPr>
              <a:defRPr sz="1800" b="0">
                <a:solidFill>
                  <a:srgbClr val="52677C"/>
                </a:solidFill>
                <a:latin typeface="DejaVu Sans"/>
                <a:ea typeface="DejaVu Sans"/>
                <a:cs typeface="DejaVu Sans"/>
              </a:defRPr>
            </a:lvl4pPr>
            <a:lvl5pPr>
              <a:defRPr sz="1800" b="0">
                <a:solidFill>
                  <a:srgbClr val="52677C"/>
                </a:solidFill>
                <a:latin typeface="DejaVu Sans"/>
                <a:ea typeface="DejaVu Sans"/>
                <a:cs typeface="DejaVu Sans"/>
              </a:defRPr>
            </a:lvl5pPr>
            <a:lvl6pPr>
              <a:defRPr sz="1800" b="0">
                <a:solidFill>
                  <a:srgbClr val="52677C"/>
                </a:solidFill>
                <a:latin typeface="DejaVu Sans"/>
                <a:ea typeface="DejaVu Sans"/>
                <a:cs typeface="DejaVu Sans"/>
              </a:defRPr>
            </a:lvl6pPr>
            <a:lvl7pPr>
              <a:defRPr sz="1800" b="0">
                <a:solidFill>
                  <a:srgbClr val="52677C"/>
                </a:solidFill>
                <a:latin typeface="DejaVu Sans"/>
                <a:ea typeface="DejaVu Sans"/>
                <a:cs typeface="DejaVu Sans"/>
              </a:defRPr>
            </a:lvl7pPr>
            <a:lvl8pPr>
              <a:defRPr sz="1800" b="0">
                <a:solidFill>
                  <a:srgbClr val="52677C"/>
                </a:solidFill>
                <a:latin typeface="DejaVu Sans"/>
                <a:ea typeface="DejaVu Sans"/>
                <a:cs typeface="DejaVu Sans"/>
              </a:defRPr>
            </a:lvl8pPr>
            <a:lvl9pPr>
              <a:defRPr sz="1800" b="0">
                <a:solidFill>
                  <a:srgbClr val="52677C"/>
                </a:solidFill>
                <a:latin typeface="DejaVu Sans"/>
                <a:ea typeface="DejaVu Sans"/>
                <a:cs typeface="DejaVu Sans"/>
              </a:defRPr>
            </a:lvl9pPr>
          </a:lstStyle>
          <a:p xmlns:a="http://schemas.openxmlformats.org/drawingml/2006/main">
            <a:pPr>
              <a:defRPr sz="1800" b="0">
                <a:solidFill>
                  <a:srgbClr val="52677C"/>
                </a:solidFill>
                <a:latin typeface="DejaVu Sans"/>
                <a:ea typeface="DejaVu Sans"/>
                <a:cs typeface="DejaVu Sans"/>
              </a:defRPr>
            </a:pPr>
            <a:r>
              <a:rPr sz="1800" b="0">
                <a:solidFill>
                  <a:srgbClr val="52677C"/>
                </a:solidFill>
                <a:latin typeface="DejaVu Sans"/>
                <a:ea typeface="DejaVu Sans"/>
                <a:cs typeface="DejaVu Sans"/>
              </a:rPr>
              <a:t>Estimaciones del documento para una implementación institucional</a:t>
            </a:r>
          </a:p>
        </p:txBody>
      </p:sp>
      <p:sp>
        <p:nvSpPr>
          <p:cNvPr id="3" name="text-2">
            <a:extLst xmlns:a="http://schemas.openxmlformats.org/drawingml/2006/main">
              <a:ext uri="{FF2B5EF4-FFF2-40B4-BE49-F238E27FC236}">
                <a16:creationId xmlns:a16="http://schemas.microsoft.com/office/drawing/2014/main" id="{3EC8D062-ED8E-47A3-854C-6D52EE97B018}"/>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52677C"/>
                </a:solidFill>
                <a:latin typeface="DejaVu Sans"/>
                <a:ea typeface="DejaVu Sans"/>
                <a:cs typeface="DejaVu Sans"/>
              </a:defRPr>
            </a:defPPr>
            <a:lvl1pPr>
              <a:defRPr sz="1200" b="0">
                <a:solidFill>
                  <a:srgbClr val="52677C"/>
                </a:solidFill>
                <a:latin typeface="DejaVu Sans"/>
                <a:ea typeface="DejaVu Sans"/>
                <a:cs typeface="DejaVu Sans"/>
              </a:defRPr>
            </a:lvl1pPr>
            <a:lvl2pPr>
              <a:defRPr sz="1200" b="0">
                <a:solidFill>
                  <a:srgbClr val="52677C"/>
                </a:solidFill>
                <a:latin typeface="DejaVu Sans"/>
                <a:ea typeface="DejaVu Sans"/>
                <a:cs typeface="DejaVu Sans"/>
              </a:defRPr>
            </a:lvl2pPr>
            <a:lvl3pPr>
              <a:defRPr sz="1200" b="0">
                <a:solidFill>
                  <a:srgbClr val="52677C"/>
                </a:solidFill>
                <a:latin typeface="DejaVu Sans"/>
                <a:ea typeface="DejaVu Sans"/>
                <a:cs typeface="DejaVu Sans"/>
              </a:defRPr>
            </a:lvl3pPr>
            <a:lvl4pPr>
              <a:defRPr sz="1200" b="0">
                <a:solidFill>
                  <a:srgbClr val="52677C"/>
                </a:solidFill>
                <a:latin typeface="DejaVu Sans"/>
                <a:ea typeface="DejaVu Sans"/>
                <a:cs typeface="DejaVu Sans"/>
              </a:defRPr>
            </a:lvl4pPr>
            <a:lvl5pPr>
              <a:defRPr sz="1200" b="0">
                <a:solidFill>
                  <a:srgbClr val="52677C"/>
                </a:solidFill>
                <a:latin typeface="DejaVu Sans"/>
                <a:ea typeface="DejaVu Sans"/>
                <a:cs typeface="DejaVu Sans"/>
              </a:defRPr>
            </a:lvl5pPr>
            <a:lvl6pPr>
              <a:defRPr sz="1200" b="0">
                <a:solidFill>
                  <a:srgbClr val="52677C"/>
                </a:solidFill>
                <a:latin typeface="DejaVu Sans"/>
                <a:ea typeface="DejaVu Sans"/>
                <a:cs typeface="DejaVu Sans"/>
              </a:defRPr>
            </a:lvl6pPr>
            <a:lvl7pPr>
              <a:defRPr sz="1200" b="0">
                <a:solidFill>
                  <a:srgbClr val="52677C"/>
                </a:solidFill>
                <a:latin typeface="DejaVu Sans"/>
                <a:ea typeface="DejaVu Sans"/>
                <a:cs typeface="DejaVu Sans"/>
              </a:defRPr>
            </a:lvl7pPr>
            <a:lvl8pPr>
              <a:defRPr sz="1200" b="0">
                <a:solidFill>
                  <a:srgbClr val="52677C"/>
                </a:solidFill>
                <a:latin typeface="DejaVu Sans"/>
                <a:ea typeface="DejaVu Sans"/>
                <a:cs typeface="DejaVu Sans"/>
              </a:defRPr>
            </a:lvl8pPr>
            <a:lvl9pPr>
              <a:defRPr sz="1200" b="0">
                <a:solidFill>
                  <a:srgbClr val="52677C"/>
                </a:solidFill>
                <a:latin typeface="DejaVu Sans"/>
                <a:ea typeface="DejaVu Sans"/>
                <a:cs typeface="DejaVu Sans"/>
              </a:defRPr>
            </a:lvl9pPr>
          </a:lstStyle>
          <a:p xmlns:a="http://schemas.openxmlformats.org/drawingml/2006/main">
            <a:pPr>
              <a:defRPr sz="1200" b="0">
                <a:solidFill>
                  <a:srgbClr val="52677C"/>
                </a:solidFill>
                <a:latin typeface="DejaVu Sans"/>
                <a:ea typeface="DejaVu Sans"/>
                <a:cs typeface="DejaVu Sans"/>
              </a:defRPr>
            </a:pPr>
            <a:r>
              <a:rPr sz="1200" b="0">
                <a:solidFill>
                  <a:srgbClr val="52677C"/>
                </a:solidFill>
                <a:latin typeface="DejaVu Sans"/>
                <a:ea typeface="DejaVu Sans"/>
                <a:cs typeface="DejaVu Sans"/>
              </a:rPr>
              <a:t>14</a:t>
            </a:r>
          </a:p>
        </p:txBody>
      </p:sp>
      <p:sp>
        <p:nvSpPr>
          <p:cNvPr id="4" name="text-3">
            <a:extLst xmlns:a="http://schemas.openxmlformats.org/drawingml/2006/main">
              <a:ext uri="{FF2B5EF4-FFF2-40B4-BE49-F238E27FC236}">
                <a16:creationId xmlns:a16="http://schemas.microsoft.com/office/drawing/2014/main" id="{066FFD50-5780-4E1E-8DCE-3F49602DCE52}"/>
              </a:ext>
            </a:extLst>
          </p:cNvPr>
          <p:cNvSpPr>
            <a:spLocks xmlns:a="http://schemas.openxmlformats.org/drawingml/2006/main" noGrp="1"/>
          </p:cNvSpPr>
          <p:nvPr/>
        </p:nvSpPr>
        <p:spPr>
          <a:xfrm xmlns:a="http://schemas.openxmlformats.org/drawingml/2006/main">
            <a:off x="666750" y="2266950"/>
            <a:ext cx="5143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7324D"/>
                </a:solidFill>
                <a:latin typeface="DejaVu Sans"/>
                <a:ea typeface="DejaVu Sans"/>
                <a:cs typeface="DejaVu Sans"/>
              </a:defRPr>
            </a:defPPr>
            <a:lvl1pPr>
              <a:defRPr sz="4650" b="1">
                <a:solidFill>
                  <a:srgbClr val="17324D"/>
                </a:solidFill>
                <a:latin typeface="DejaVu Sans"/>
                <a:ea typeface="DejaVu Sans"/>
                <a:cs typeface="DejaVu Sans"/>
              </a:defRPr>
            </a:lvl1pPr>
            <a:lvl2pPr>
              <a:defRPr sz="4650" b="1">
                <a:solidFill>
                  <a:srgbClr val="17324D"/>
                </a:solidFill>
                <a:latin typeface="DejaVu Sans"/>
                <a:ea typeface="DejaVu Sans"/>
                <a:cs typeface="DejaVu Sans"/>
              </a:defRPr>
            </a:lvl2pPr>
            <a:lvl3pPr>
              <a:defRPr sz="4650" b="1">
                <a:solidFill>
                  <a:srgbClr val="17324D"/>
                </a:solidFill>
                <a:latin typeface="DejaVu Sans"/>
                <a:ea typeface="DejaVu Sans"/>
                <a:cs typeface="DejaVu Sans"/>
              </a:defRPr>
            </a:lvl3pPr>
            <a:lvl4pPr>
              <a:defRPr sz="4650" b="1">
                <a:solidFill>
                  <a:srgbClr val="17324D"/>
                </a:solidFill>
                <a:latin typeface="DejaVu Sans"/>
                <a:ea typeface="DejaVu Sans"/>
                <a:cs typeface="DejaVu Sans"/>
              </a:defRPr>
            </a:lvl4pPr>
            <a:lvl5pPr>
              <a:defRPr sz="4650" b="1">
                <a:solidFill>
                  <a:srgbClr val="17324D"/>
                </a:solidFill>
                <a:latin typeface="DejaVu Sans"/>
                <a:ea typeface="DejaVu Sans"/>
                <a:cs typeface="DejaVu Sans"/>
              </a:defRPr>
            </a:lvl5pPr>
            <a:lvl6pPr>
              <a:defRPr sz="4650" b="1">
                <a:solidFill>
                  <a:srgbClr val="17324D"/>
                </a:solidFill>
                <a:latin typeface="DejaVu Sans"/>
                <a:ea typeface="DejaVu Sans"/>
                <a:cs typeface="DejaVu Sans"/>
              </a:defRPr>
            </a:lvl6pPr>
            <a:lvl7pPr>
              <a:defRPr sz="4650" b="1">
                <a:solidFill>
                  <a:srgbClr val="17324D"/>
                </a:solidFill>
                <a:latin typeface="DejaVu Sans"/>
                <a:ea typeface="DejaVu Sans"/>
                <a:cs typeface="DejaVu Sans"/>
              </a:defRPr>
            </a:lvl7pPr>
            <a:lvl8pPr>
              <a:defRPr sz="4650" b="1">
                <a:solidFill>
                  <a:srgbClr val="17324D"/>
                </a:solidFill>
                <a:latin typeface="DejaVu Sans"/>
                <a:ea typeface="DejaVu Sans"/>
                <a:cs typeface="DejaVu Sans"/>
              </a:defRPr>
            </a:lvl8pPr>
            <a:lvl9pPr>
              <a:defRPr sz="4650" b="1">
                <a:solidFill>
                  <a:srgbClr val="17324D"/>
                </a:solidFill>
                <a:latin typeface="DejaVu Sans"/>
                <a:ea typeface="DejaVu Sans"/>
                <a:cs typeface="DejaVu Sans"/>
              </a:defRPr>
            </a:lvl9pPr>
          </a:lstStyle>
          <a:p xmlns:a="http://schemas.openxmlformats.org/drawingml/2006/main">
            <a:pPr>
              <a:defRPr sz="4650" b="1">
                <a:solidFill>
                  <a:srgbClr val="17324D"/>
                </a:solidFill>
                <a:latin typeface="DejaVu Sans"/>
                <a:ea typeface="DejaVu Sans"/>
                <a:cs typeface="DejaVu Sans"/>
              </a:defRPr>
            </a:pPr>
            <a:r>
              <a:rPr sz="4650" b="1">
                <a:solidFill>
                  <a:srgbClr val="17324D"/>
                </a:solidFill>
                <a:latin typeface="DejaVu Sans"/>
                <a:ea typeface="DejaVu Sans"/>
                <a:cs typeface="DejaVu Sans"/>
              </a:rPr>
              <a:t>Q144,000</a:t>
            </a:r>
          </a:p>
        </p:txBody>
      </p:sp>
      <p:sp>
        <p:nvSpPr>
          <p:cNvPr id="5" name="text-4">
            <a:extLst xmlns:a="http://schemas.openxmlformats.org/drawingml/2006/main">
              <a:ext uri="{FF2B5EF4-FFF2-40B4-BE49-F238E27FC236}">
                <a16:creationId xmlns:a16="http://schemas.microsoft.com/office/drawing/2014/main" id="{75D1AB0C-3BF1-41F1-9843-5BEF0B8E6AF6}"/>
              </a:ext>
            </a:extLst>
          </p:cNvPr>
          <p:cNvSpPr>
            <a:spLocks xmlns:a="http://schemas.openxmlformats.org/drawingml/2006/main" noGrp="1"/>
          </p:cNvSpPr>
          <p:nvPr/>
        </p:nvSpPr>
        <p:spPr>
          <a:xfrm xmlns:a="http://schemas.openxmlformats.org/drawingml/2006/main">
            <a:off x="666750" y="3276600"/>
            <a:ext cx="5095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DejaVu Sans"/>
                <a:ea typeface="DejaVu Sans"/>
                <a:cs typeface="DejaVu Sans"/>
              </a:defRPr>
            </a:defPPr>
            <a:lvl1pPr>
              <a:defRPr sz="2175" b="1">
                <a:solidFill>
                  <a:srgbClr val="17324D"/>
                </a:solidFill>
                <a:latin typeface="DejaVu Sans"/>
                <a:ea typeface="DejaVu Sans"/>
                <a:cs typeface="DejaVu Sans"/>
              </a:defRPr>
            </a:lvl1pPr>
            <a:lvl2pPr>
              <a:defRPr sz="2175" b="1">
                <a:solidFill>
                  <a:srgbClr val="17324D"/>
                </a:solidFill>
                <a:latin typeface="DejaVu Sans"/>
                <a:ea typeface="DejaVu Sans"/>
                <a:cs typeface="DejaVu Sans"/>
              </a:defRPr>
            </a:lvl2pPr>
            <a:lvl3pPr>
              <a:defRPr sz="2175" b="1">
                <a:solidFill>
                  <a:srgbClr val="17324D"/>
                </a:solidFill>
                <a:latin typeface="DejaVu Sans"/>
                <a:ea typeface="DejaVu Sans"/>
                <a:cs typeface="DejaVu Sans"/>
              </a:defRPr>
            </a:lvl3pPr>
            <a:lvl4pPr>
              <a:defRPr sz="2175" b="1">
                <a:solidFill>
                  <a:srgbClr val="17324D"/>
                </a:solidFill>
                <a:latin typeface="DejaVu Sans"/>
                <a:ea typeface="DejaVu Sans"/>
                <a:cs typeface="DejaVu Sans"/>
              </a:defRPr>
            </a:lvl4pPr>
            <a:lvl5pPr>
              <a:defRPr sz="2175" b="1">
                <a:solidFill>
                  <a:srgbClr val="17324D"/>
                </a:solidFill>
                <a:latin typeface="DejaVu Sans"/>
                <a:ea typeface="DejaVu Sans"/>
                <a:cs typeface="DejaVu Sans"/>
              </a:defRPr>
            </a:lvl5pPr>
            <a:lvl6pPr>
              <a:defRPr sz="2175" b="1">
                <a:solidFill>
                  <a:srgbClr val="17324D"/>
                </a:solidFill>
                <a:latin typeface="DejaVu Sans"/>
                <a:ea typeface="DejaVu Sans"/>
                <a:cs typeface="DejaVu Sans"/>
              </a:defRPr>
            </a:lvl6pPr>
            <a:lvl7pPr>
              <a:defRPr sz="2175" b="1">
                <a:solidFill>
                  <a:srgbClr val="17324D"/>
                </a:solidFill>
                <a:latin typeface="DejaVu Sans"/>
                <a:ea typeface="DejaVu Sans"/>
                <a:cs typeface="DejaVu Sans"/>
              </a:defRPr>
            </a:lvl7pPr>
            <a:lvl8pPr>
              <a:defRPr sz="2175" b="1">
                <a:solidFill>
                  <a:srgbClr val="17324D"/>
                </a:solidFill>
                <a:latin typeface="DejaVu Sans"/>
                <a:ea typeface="DejaVu Sans"/>
                <a:cs typeface="DejaVu Sans"/>
              </a:defRPr>
            </a:lvl8pPr>
            <a:lvl9pPr>
              <a:defRPr sz="2175" b="1">
                <a:solidFill>
                  <a:srgbClr val="17324D"/>
                </a:solidFill>
                <a:latin typeface="DejaVu Sans"/>
                <a:ea typeface="DejaVu Sans"/>
                <a:cs typeface="DejaVu Sans"/>
              </a:defRPr>
            </a:lvl9pPr>
          </a:lstStyle>
          <a:p xmlns:a="http://schemas.openxmlformats.org/drawingml/2006/main">
            <a:pPr>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Desarrollo con equipo existente</a:t>
            </a:r>
          </a:p>
        </p:txBody>
      </p:sp>
      <p:sp>
        <p:nvSpPr>
          <p:cNvPr id="6" name="text-5">
            <a:extLst xmlns:a="http://schemas.openxmlformats.org/drawingml/2006/main">
              <a:ext uri="{FF2B5EF4-FFF2-40B4-BE49-F238E27FC236}">
                <a16:creationId xmlns:a16="http://schemas.microsoft.com/office/drawing/2014/main" id="{A667C066-492F-4EC3-A309-CE9CD88CFD4D}"/>
              </a:ext>
            </a:extLst>
          </p:cNvPr>
          <p:cNvSpPr>
            <a:spLocks xmlns:a="http://schemas.openxmlformats.org/drawingml/2006/main" noGrp="1"/>
          </p:cNvSpPr>
          <p:nvPr/>
        </p:nvSpPr>
        <p:spPr>
          <a:xfrm xmlns:a="http://schemas.openxmlformats.org/drawingml/2006/main">
            <a:off x="666750" y="4191000"/>
            <a:ext cx="509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La institución aporta los puestos de trabajo y la conectividad.</a:t>
            </a:r>
          </a:p>
        </p:txBody>
      </p:sp>
      <p:sp>
        <p:nvSpPr>
          <p:cNvPr id="7" name="text-6">
            <a:extLst xmlns:a="http://schemas.openxmlformats.org/drawingml/2006/main">
              <a:ext uri="{FF2B5EF4-FFF2-40B4-BE49-F238E27FC236}">
                <a16:creationId xmlns:a16="http://schemas.microsoft.com/office/drawing/2014/main" id="{FC873EBC-9C0B-47CE-862F-A6894EA59473}"/>
              </a:ext>
            </a:extLst>
          </p:cNvPr>
          <p:cNvSpPr>
            <a:spLocks xmlns:a="http://schemas.openxmlformats.org/drawingml/2006/main" noGrp="1"/>
          </p:cNvSpPr>
          <p:nvPr/>
        </p:nvSpPr>
        <p:spPr>
          <a:xfrm xmlns:a="http://schemas.openxmlformats.org/drawingml/2006/main">
            <a:off x="6477000" y="2266950"/>
            <a:ext cx="504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7324D"/>
                </a:solidFill>
                <a:latin typeface="DejaVu Sans"/>
                <a:ea typeface="DejaVu Sans"/>
                <a:cs typeface="DejaVu Sans"/>
              </a:defRPr>
            </a:defPPr>
            <a:lvl1pPr>
              <a:defRPr sz="4650" b="1">
                <a:solidFill>
                  <a:srgbClr val="17324D"/>
                </a:solidFill>
                <a:latin typeface="DejaVu Sans"/>
                <a:ea typeface="DejaVu Sans"/>
                <a:cs typeface="DejaVu Sans"/>
              </a:defRPr>
            </a:lvl1pPr>
            <a:lvl2pPr>
              <a:defRPr sz="4650" b="1">
                <a:solidFill>
                  <a:srgbClr val="17324D"/>
                </a:solidFill>
                <a:latin typeface="DejaVu Sans"/>
                <a:ea typeface="DejaVu Sans"/>
                <a:cs typeface="DejaVu Sans"/>
              </a:defRPr>
            </a:lvl2pPr>
            <a:lvl3pPr>
              <a:defRPr sz="4650" b="1">
                <a:solidFill>
                  <a:srgbClr val="17324D"/>
                </a:solidFill>
                <a:latin typeface="DejaVu Sans"/>
                <a:ea typeface="DejaVu Sans"/>
                <a:cs typeface="DejaVu Sans"/>
              </a:defRPr>
            </a:lvl3pPr>
            <a:lvl4pPr>
              <a:defRPr sz="4650" b="1">
                <a:solidFill>
                  <a:srgbClr val="17324D"/>
                </a:solidFill>
                <a:latin typeface="DejaVu Sans"/>
                <a:ea typeface="DejaVu Sans"/>
                <a:cs typeface="DejaVu Sans"/>
              </a:defRPr>
            </a:lvl4pPr>
            <a:lvl5pPr>
              <a:defRPr sz="4650" b="1">
                <a:solidFill>
                  <a:srgbClr val="17324D"/>
                </a:solidFill>
                <a:latin typeface="DejaVu Sans"/>
                <a:ea typeface="DejaVu Sans"/>
                <a:cs typeface="DejaVu Sans"/>
              </a:defRPr>
            </a:lvl5pPr>
            <a:lvl6pPr>
              <a:defRPr sz="4650" b="1">
                <a:solidFill>
                  <a:srgbClr val="17324D"/>
                </a:solidFill>
                <a:latin typeface="DejaVu Sans"/>
                <a:ea typeface="DejaVu Sans"/>
                <a:cs typeface="DejaVu Sans"/>
              </a:defRPr>
            </a:lvl6pPr>
            <a:lvl7pPr>
              <a:defRPr sz="4650" b="1">
                <a:solidFill>
                  <a:srgbClr val="17324D"/>
                </a:solidFill>
                <a:latin typeface="DejaVu Sans"/>
                <a:ea typeface="DejaVu Sans"/>
                <a:cs typeface="DejaVu Sans"/>
              </a:defRPr>
            </a:lvl7pPr>
            <a:lvl8pPr>
              <a:defRPr sz="4650" b="1">
                <a:solidFill>
                  <a:srgbClr val="17324D"/>
                </a:solidFill>
                <a:latin typeface="DejaVu Sans"/>
                <a:ea typeface="DejaVu Sans"/>
                <a:cs typeface="DejaVu Sans"/>
              </a:defRPr>
            </a:lvl8pPr>
            <a:lvl9pPr>
              <a:defRPr sz="4650" b="1">
                <a:solidFill>
                  <a:srgbClr val="17324D"/>
                </a:solidFill>
                <a:latin typeface="DejaVu Sans"/>
                <a:ea typeface="DejaVu Sans"/>
                <a:cs typeface="DejaVu Sans"/>
              </a:defRPr>
            </a:lvl9pPr>
          </a:lstStyle>
          <a:p xmlns:a="http://schemas.openxmlformats.org/drawingml/2006/main">
            <a:pPr>
              <a:defRPr sz="4650" b="1">
                <a:solidFill>
                  <a:srgbClr val="17324D"/>
                </a:solidFill>
                <a:latin typeface="DejaVu Sans"/>
                <a:ea typeface="DejaVu Sans"/>
                <a:cs typeface="DejaVu Sans"/>
              </a:defRPr>
            </a:pPr>
            <a:r>
              <a:rPr sz="4650" b="1">
                <a:solidFill>
                  <a:srgbClr val="17324D"/>
                </a:solidFill>
                <a:latin typeface="DejaVu Sans"/>
                <a:ea typeface="DejaVu Sans"/>
                <a:cs typeface="DejaVu Sans"/>
              </a:rPr>
              <a:t>Q886,400</a:t>
            </a:r>
          </a:p>
        </p:txBody>
      </p:sp>
      <p:sp>
        <p:nvSpPr>
          <p:cNvPr id="8" name="text-7">
            <a:extLst xmlns:a="http://schemas.openxmlformats.org/drawingml/2006/main">
              <a:ext uri="{FF2B5EF4-FFF2-40B4-BE49-F238E27FC236}">
                <a16:creationId xmlns:a16="http://schemas.microsoft.com/office/drawing/2014/main" id="{1BCD321A-3EA2-4EAE-B12F-7A87F34DD323}"/>
              </a:ext>
            </a:extLst>
          </p:cNvPr>
          <p:cNvSpPr>
            <a:spLocks xmlns:a="http://schemas.openxmlformats.org/drawingml/2006/main" noGrp="1"/>
          </p:cNvSpPr>
          <p:nvPr/>
        </p:nvSpPr>
        <p:spPr>
          <a:xfrm xmlns:a="http://schemas.openxmlformats.org/drawingml/2006/main">
            <a:off x="6477000" y="3276600"/>
            <a:ext cx="5095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DejaVu Sans"/>
                <a:ea typeface="DejaVu Sans"/>
                <a:cs typeface="DejaVu Sans"/>
              </a:defRPr>
            </a:defPPr>
            <a:lvl1pPr>
              <a:defRPr sz="2175" b="1">
                <a:solidFill>
                  <a:srgbClr val="17324D"/>
                </a:solidFill>
                <a:latin typeface="DejaVu Sans"/>
                <a:ea typeface="DejaVu Sans"/>
                <a:cs typeface="DejaVu Sans"/>
              </a:defRPr>
            </a:lvl1pPr>
            <a:lvl2pPr>
              <a:defRPr sz="2175" b="1">
                <a:solidFill>
                  <a:srgbClr val="17324D"/>
                </a:solidFill>
                <a:latin typeface="DejaVu Sans"/>
                <a:ea typeface="DejaVu Sans"/>
                <a:cs typeface="DejaVu Sans"/>
              </a:defRPr>
            </a:lvl2pPr>
            <a:lvl3pPr>
              <a:defRPr sz="2175" b="1">
                <a:solidFill>
                  <a:srgbClr val="17324D"/>
                </a:solidFill>
                <a:latin typeface="DejaVu Sans"/>
                <a:ea typeface="DejaVu Sans"/>
                <a:cs typeface="DejaVu Sans"/>
              </a:defRPr>
            </a:lvl3pPr>
            <a:lvl4pPr>
              <a:defRPr sz="2175" b="1">
                <a:solidFill>
                  <a:srgbClr val="17324D"/>
                </a:solidFill>
                <a:latin typeface="DejaVu Sans"/>
                <a:ea typeface="DejaVu Sans"/>
                <a:cs typeface="DejaVu Sans"/>
              </a:defRPr>
            </a:lvl4pPr>
            <a:lvl5pPr>
              <a:defRPr sz="2175" b="1">
                <a:solidFill>
                  <a:srgbClr val="17324D"/>
                </a:solidFill>
                <a:latin typeface="DejaVu Sans"/>
                <a:ea typeface="DejaVu Sans"/>
                <a:cs typeface="DejaVu Sans"/>
              </a:defRPr>
            </a:lvl5pPr>
            <a:lvl6pPr>
              <a:defRPr sz="2175" b="1">
                <a:solidFill>
                  <a:srgbClr val="17324D"/>
                </a:solidFill>
                <a:latin typeface="DejaVu Sans"/>
                <a:ea typeface="DejaVu Sans"/>
                <a:cs typeface="DejaVu Sans"/>
              </a:defRPr>
            </a:lvl6pPr>
            <a:lvl7pPr>
              <a:defRPr sz="2175" b="1">
                <a:solidFill>
                  <a:srgbClr val="17324D"/>
                </a:solidFill>
                <a:latin typeface="DejaVu Sans"/>
                <a:ea typeface="DejaVu Sans"/>
                <a:cs typeface="DejaVu Sans"/>
              </a:defRPr>
            </a:lvl7pPr>
            <a:lvl8pPr>
              <a:defRPr sz="2175" b="1">
                <a:solidFill>
                  <a:srgbClr val="17324D"/>
                </a:solidFill>
                <a:latin typeface="DejaVu Sans"/>
                <a:ea typeface="DejaVu Sans"/>
                <a:cs typeface="DejaVu Sans"/>
              </a:defRPr>
            </a:lvl8pPr>
            <a:lvl9pPr>
              <a:defRPr sz="2175" b="1">
                <a:solidFill>
                  <a:srgbClr val="17324D"/>
                </a:solidFill>
                <a:latin typeface="DejaVu Sans"/>
                <a:ea typeface="DejaVu Sans"/>
                <a:cs typeface="DejaVu Sans"/>
              </a:defRPr>
            </a:lvl9pPr>
          </a:lstStyle>
          <a:p xmlns:a="http://schemas.openxmlformats.org/drawingml/2006/main">
            <a:pPr>
              <a:defRPr sz="2175" b="1">
                <a:solidFill>
                  <a:srgbClr val="17324D"/>
                </a:solidFill>
                <a:latin typeface="DejaVu Sans"/>
                <a:ea typeface="DejaVu Sans"/>
                <a:cs typeface="DejaVu Sans"/>
              </a:defRPr>
            </a:pPr>
            <a:r>
              <a:rPr sz="2175" b="1">
                <a:solidFill>
                  <a:srgbClr val="17324D"/>
                </a:solidFill>
                <a:latin typeface="DejaVu Sans"/>
                <a:ea typeface="DejaVu Sans"/>
                <a:cs typeface="DejaVu Sans"/>
              </a:rPr>
              <a:t>Desarrollo y suministro de equipo</a:t>
            </a:r>
          </a:p>
        </p:txBody>
      </p:sp>
      <p:sp>
        <p:nvSpPr>
          <p:cNvPr id="9" name="text-8">
            <a:extLst xmlns:a="http://schemas.openxmlformats.org/drawingml/2006/main">
              <a:ext uri="{FF2B5EF4-FFF2-40B4-BE49-F238E27FC236}">
                <a16:creationId xmlns:a16="http://schemas.microsoft.com/office/drawing/2014/main" id="{90C265F1-6692-4611-BC79-55EC3AF3B03C}"/>
              </a:ext>
            </a:extLst>
          </p:cNvPr>
          <p:cNvSpPr>
            <a:spLocks xmlns:a="http://schemas.openxmlformats.org/drawingml/2006/main" noGrp="1"/>
          </p:cNvSpPr>
          <p:nvPr/>
        </p:nvSpPr>
        <p:spPr>
          <a:xfrm xmlns:a="http://schemas.openxmlformats.org/drawingml/2006/main">
            <a:off x="6477000" y="4191000"/>
            <a:ext cx="509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77C"/>
                </a:solidFill>
                <a:latin typeface="DejaVu Sans"/>
                <a:ea typeface="DejaVu Sans"/>
                <a:cs typeface="DejaVu Sans"/>
              </a:defRPr>
            </a:defPPr>
            <a:lvl1pPr>
              <a:defRPr sz="1950" b="0">
                <a:solidFill>
                  <a:srgbClr val="52677C"/>
                </a:solidFill>
                <a:latin typeface="DejaVu Sans"/>
                <a:ea typeface="DejaVu Sans"/>
                <a:cs typeface="DejaVu Sans"/>
              </a:defRPr>
            </a:lvl1pPr>
            <a:lvl2pPr>
              <a:defRPr sz="1950" b="0">
                <a:solidFill>
                  <a:srgbClr val="52677C"/>
                </a:solidFill>
                <a:latin typeface="DejaVu Sans"/>
                <a:ea typeface="DejaVu Sans"/>
                <a:cs typeface="DejaVu Sans"/>
              </a:defRPr>
            </a:lvl2pPr>
            <a:lvl3pPr>
              <a:defRPr sz="1950" b="0">
                <a:solidFill>
                  <a:srgbClr val="52677C"/>
                </a:solidFill>
                <a:latin typeface="DejaVu Sans"/>
                <a:ea typeface="DejaVu Sans"/>
                <a:cs typeface="DejaVu Sans"/>
              </a:defRPr>
            </a:lvl3pPr>
            <a:lvl4pPr>
              <a:defRPr sz="1950" b="0">
                <a:solidFill>
                  <a:srgbClr val="52677C"/>
                </a:solidFill>
                <a:latin typeface="DejaVu Sans"/>
                <a:ea typeface="DejaVu Sans"/>
                <a:cs typeface="DejaVu Sans"/>
              </a:defRPr>
            </a:lvl4pPr>
            <a:lvl5pPr>
              <a:defRPr sz="1950" b="0">
                <a:solidFill>
                  <a:srgbClr val="52677C"/>
                </a:solidFill>
                <a:latin typeface="DejaVu Sans"/>
                <a:ea typeface="DejaVu Sans"/>
                <a:cs typeface="DejaVu Sans"/>
              </a:defRPr>
            </a:lvl5pPr>
            <a:lvl6pPr>
              <a:defRPr sz="1950" b="0">
                <a:solidFill>
                  <a:srgbClr val="52677C"/>
                </a:solidFill>
                <a:latin typeface="DejaVu Sans"/>
                <a:ea typeface="DejaVu Sans"/>
                <a:cs typeface="DejaVu Sans"/>
              </a:defRPr>
            </a:lvl6pPr>
            <a:lvl7pPr>
              <a:defRPr sz="1950" b="0">
                <a:solidFill>
                  <a:srgbClr val="52677C"/>
                </a:solidFill>
                <a:latin typeface="DejaVu Sans"/>
                <a:ea typeface="DejaVu Sans"/>
                <a:cs typeface="DejaVu Sans"/>
              </a:defRPr>
            </a:lvl7pPr>
            <a:lvl8pPr>
              <a:defRPr sz="1950" b="0">
                <a:solidFill>
                  <a:srgbClr val="52677C"/>
                </a:solidFill>
                <a:latin typeface="DejaVu Sans"/>
                <a:ea typeface="DejaVu Sans"/>
                <a:cs typeface="DejaVu Sans"/>
              </a:defRPr>
            </a:lvl8pPr>
            <a:lvl9pPr>
              <a:defRPr sz="1950" b="0">
                <a:solidFill>
                  <a:srgbClr val="52677C"/>
                </a:solidFill>
                <a:latin typeface="DejaVu Sans"/>
                <a:ea typeface="DejaVu Sans"/>
                <a:cs typeface="DejaVu Sans"/>
              </a:defRPr>
            </a:lvl9pPr>
          </a:lstStyle>
          <a:p xmlns:a="http://schemas.openxmlformats.org/drawingml/2006/main">
            <a:pPr>
              <a:defRPr sz="1950" b="0">
                <a:solidFill>
                  <a:srgbClr val="52677C"/>
                </a:solidFill>
                <a:latin typeface="DejaVu Sans"/>
                <a:ea typeface="DejaVu Sans"/>
                <a:cs typeface="DejaVu Sans"/>
              </a:defRPr>
            </a:pPr>
            <a:r>
              <a:rPr sz="1950" b="0">
                <a:solidFill>
                  <a:srgbClr val="52677C"/>
                </a:solidFill>
                <a:latin typeface="DejaVu Sans"/>
                <a:ea typeface="DejaVu Sans"/>
                <a:cs typeface="DejaVu Sans"/>
              </a:rPr>
              <a:t>Escenario presupuestado con 79 estaciones como base de cálculo.</a:t>
            </a:r>
          </a:p>
        </p:txBody>
      </p:sp>
      <p:sp>
        <p:nvSpPr>
          <p:cNvPr id="10" name="text-9">
            <a:extLst xmlns:a="http://schemas.openxmlformats.org/drawingml/2006/main">
              <a:ext uri="{FF2B5EF4-FFF2-40B4-BE49-F238E27FC236}">
                <a16:creationId xmlns:a16="http://schemas.microsoft.com/office/drawing/2014/main" id="{0135EFC7-E533-409F-B630-3879531DD636}"/>
              </a:ext>
            </a:extLst>
          </p:cNvPr>
          <p:cNvSpPr>
            <a:spLocks xmlns:a="http://schemas.openxmlformats.org/drawingml/2006/main" noGrp="1"/>
          </p:cNvSpPr>
          <p:nvPr/>
        </p:nvSpPr>
        <p:spPr>
          <a:xfrm xmlns:a="http://schemas.openxmlformats.org/drawingml/2006/main">
            <a:off x="666750" y="57150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77C"/>
                </a:solidFill>
                <a:latin typeface="DejaVu Sans"/>
                <a:ea typeface="DejaVu Sans"/>
                <a:cs typeface="DejaVu Sans"/>
              </a:defRPr>
            </a:defPPr>
            <a:lvl1pPr>
              <a:defRPr sz="1725" b="0">
                <a:solidFill>
                  <a:srgbClr val="52677C"/>
                </a:solidFill>
                <a:latin typeface="DejaVu Sans"/>
                <a:ea typeface="DejaVu Sans"/>
                <a:cs typeface="DejaVu Sans"/>
              </a:defRPr>
            </a:lvl1pPr>
            <a:lvl2pPr>
              <a:defRPr sz="1725" b="0">
                <a:solidFill>
                  <a:srgbClr val="52677C"/>
                </a:solidFill>
                <a:latin typeface="DejaVu Sans"/>
                <a:ea typeface="DejaVu Sans"/>
                <a:cs typeface="DejaVu Sans"/>
              </a:defRPr>
            </a:lvl2pPr>
            <a:lvl3pPr>
              <a:defRPr sz="1725" b="0">
                <a:solidFill>
                  <a:srgbClr val="52677C"/>
                </a:solidFill>
                <a:latin typeface="DejaVu Sans"/>
                <a:ea typeface="DejaVu Sans"/>
                <a:cs typeface="DejaVu Sans"/>
              </a:defRPr>
            </a:lvl3pPr>
            <a:lvl4pPr>
              <a:defRPr sz="1725" b="0">
                <a:solidFill>
                  <a:srgbClr val="52677C"/>
                </a:solidFill>
                <a:latin typeface="DejaVu Sans"/>
                <a:ea typeface="DejaVu Sans"/>
                <a:cs typeface="DejaVu Sans"/>
              </a:defRPr>
            </a:lvl4pPr>
            <a:lvl5pPr>
              <a:defRPr sz="1725" b="0">
                <a:solidFill>
                  <a:srgbClr val="52677C"/>
                </a:solidFill>
                <a:latin typeface="DejaVu Sans"/>
                <a:ea typeface="DejaVu Sans"/>
                <a:cs typeface="DejaVu Sans"/>
              </a:defRPr>
            </a:lvl5pPr>
            <a:lvl6pPr>
              <a:defRPr sz="1725" b="0">
                <a:solidFill>
                  <a:srgbClr val="52677C"/>
                </a:solidFill>
                <a:latin typeface="DejaVu Sans"/>
                <a:ea typeface="DejaVu Sans"/>
                <a:cs typeface="DejaVu Sans"/>
              </a:defRPr>
            </a:lvl6pPr>
            <a:lvl7pPr>
              <a:defRPr sz="1725" b="0">
                <a:solidFill>
                  <a:srgbClr val="52677C"/>
                </a:solidFill>
                <a:latin typeface="DejaVu Sans"/>
                <a:ea typeface="DejaVu Sans"/>
                <a:cs typeface="DejaVu Sans"/>
              </a:defRPr>
            </a:lvl7pPr>
            <a:lvl8pPr>
              <a:defRPr sz="1725" b="0">
                <a:solidFill>
                  <a:srgbClr val="52677C"/>
                </a:solidFill>
                <a:latin typeface="DejaVu Sans"/>
                <a:ea typeface="DejaVu Sans"/>
                <a:cs typeface="DejaVu Sans"/>
              </a:defRPr>
            </a:lvl8pPr>
            <a:lvl9pPr>
              <a:defRPr sz="1725" b="0">
                <a:solidFill>
                  <a:srgbClr val="52677C"/>
                </a:solidFill>
                <a:latin typeface="DejaVu Sans"/>
                <a:ea typeface="DejaVu Sans"/>
                <a:cs typeface="DejaVu Sans"/>
              </a:defRPr>
            </a:lvl9pPr>
          </a:lstStyle>
          <a:p xmlns:a="http://schemas.openxmlformats.org/drawingml/2006/main">
            <a:pPr>
              <a:defRPr sz="1725" b="0">
                <a:solidFill>
                  <a:srgbClr val="52677C"/>
                </a:solidFill>
                <a:latin typeface="DejaVu Sans"/>
                <a:ea typeface="DejaVu Sans"/>
                <a:cs typeface="DejaVu Sans"/>
              </a:defRPr>
            </a:pPr>
            <a:r>
              <a:rPr sz="1725" b="0">
                <a:solidFill>
                  <a:srgbClr val="52677C"/>
                </a:solidFill>
                <a:latin typeface="DejaVu Sans"/>
                <a:ea typeface="DejaVu Sans"/>
                <a:cs typeface="DejaVu Sans"/>
              </a:rPr>
              <a:t>Propuesta, no gasto ejecutado. Requiere actualizar inventario, precios y costos de operación antes de contratar.</a:t>
            </a:r>
          </a:p>
        </p:txBody>
      </p:sp>
    </p:spTree>
    <p:extLst>
      <p:ext uri="{BB962C8B-B14F-4D97-AF65-F5344CB8AC3E}">
        <p14:creationId xmlns:p14="http://schemas.microsoft.com/office/powerpoint/2010/main" val="634794269"/>
      </p:ext>
    </p:extLst>
  </p:cSld>
</p:sld>
</file>

<file path=ppt/slides/slide15.xml><?xml version="1.0" encoding="utf-8"?>
<p:sld xmlns:p="http://schemas.openxmlformats.org/presentationml/2006/main">
  <p:cSld>
    <p:bg>
      <p:bgPr>
        <a:solidFill xmlns:a="http://schemas.openxmlformats.org/drawingml/2006/main">
          <a:srgbClr val="243B53"/>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E77A0FF-06E1-4B91-B76D-FAD68D190742}"/>
              </a:ext>
            </a:extLst>
          </p:cNvPr>
          <p:cNvSpPr>
            <a:spLocks xmlns:a="http://schemas.openxmlformats.org/drawingml/2006/main" noGrp="1"/>
          </p:cNvSpPr>
          <p:nvPr/>
        </p:nvSpPr>
        <p:spPr>
          <a:xfrm xmlns:a="http://schemas.openxmlformats.org/drawingml/2006/main">
            <a:off x="647700" y="49530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DejaVu Sans"/>
                <a:ea typeface="DejaVu Sans"/>
                <a:cs typeface="DejaVu Sans"/>
              </a:defRPr>
            </a:defPPr>
            <a:lvl1pPr>
              <a:defRPr sz="3300" b="1">
                <a:solidFill>
                  <a:srgbClr val="FFFFFF"/>
                </a:solidFill>
                <a:latin typeface="DejaVu Sans"/>
                <a:ea typeface="DejaVu Sans"/>
                <a:cs typeface="DejaVu Sans"/>
              </a:defRPr>
            </a:lvl1pPr>
            <a:lvl2pPr>
              <a:defRPr sz="3300" b="1">
                <a:solidFill>
                  <a:srgbClr val="FFFFFF"/>
                </a:solidFill>
                <a:latin typeface="DejaVu Sans"/>
                <a:ea typeface="DejaVu Sans"/>
                <a:cs typeface="DejaVu Sans"/>
              </a:defRPr>
            </a:lvl2pPr>
            <a:lvl3pPr>
              <a:defRPr sz="3300" b="1">
                <a:solidFill>
                  <a:srgbClr val="FFFFFF"/>
                </a:solidFill>
                <a:latin typeface="DejaVu Sans"/>
                <a:ea typeface="DejaVu Sans"/>
                <a:cs typeface="DejaVu Sans"/>
              </a:defRPr>
            </a:lvl3pPr>
            <a:lvl4pPr>
              <a:defRPr sz="3300" b="1">
                <a:solidFill>
                  <a:srgbClr val="FFFFFF"/>
                </a:solidFill>
                <a:latin typeface="DejaVu Sans"/>
                <a:ea typeface="DejaVu Sans"/>
                <a:cs typeface="DejaVu Sans"/>
              </a:defRPr>
            </a:lvl4pPr>
            <a:lvl5pPr>
              <a:defRPr sz="3300" b="1">
                <a:solidFill>
                  <a:srgbClr val="FFFFFF"/>
                </a:solidFill>
                <a:latin typeface="DejaVu Sans"/>
                <a:ea typeface="DejaVu Sans"/>
                <a:cs typeface="DejaVu Sans"/>
              </a:defRPr>
            </a:lvl5pPr>
            <a:lvl6pPr>
              <a:defRPr sz="3300" b="1">
                <a:solidFill>
                  <a:srgbClr val="FFFFFF"/>
                </a:solidFill>
                <a:latin typeface="DejaVu Sans"/>
                <a:ea typeface="DejaVu Sans"/>
                <a:cs typeface="DejaVu Sans"/>
              </a:defRPr>
            </a:lvl6pPr>
            <a:lvl7pPr>
              <a:defRPr sz="3300" b="1">
                <a:solidFill>
                  <a:srgbClr val="FFFFFF"/>
                </a:solidFill>
                <a:latin typeface="DejaVu Sans"/>
                <a:ea typeface="DejaVu Sans"/>
                <a:cs typeface="DejaVu Sans"/>
              </a:defRPr>
            </a:lvl7pPr>
            <a:lvl8pPr>
              <a:defRPr sz="3300" b="1">
                <a:solidFill>
                  <a:srgbClr val="FFFFFF"/>
                </a:solidFill>
                <a:latin typeface="DejaVu Sans"/>
                <a:ea typeface="DejaVu Sans"/>
                <a:cs typeface="DejaVu Sans"/>
              </a:defRPr>
            </a:lvl8pPr>
            <a:lvl9pPr>
              <a:defRPr sz="3300" b="1">
                <a:solidFill>
                  <a:srgbClr val="FFFFFF"/>
                </a:solidFill>
                <a:latin typeface="DejaVu Sans"/>
                <a:ea typeface="DejaVu Sans"/>
                <a:cs typeface="DejaVu Sans"/>
              </a:defRPr>
            </a:lvl9pPr>
          </a:lstStyle>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Acceso y cierre ejecutivo</a:t>
            </a:r>
          </a:p>
        </p:txBody>
      </p:sp>
      <p:sp>
        <p:nvSpPr>
          <p:cNvPr id="2" name="text-1">
            <a:extLst xmlns:a="http://schemas.openxmlformats.org/drawingml/2006/main">
              <a:ext uri="{FF2B5EF4-FFF2-40B4-BE49-F238E27FC236}">
                <a16:creationId xmlns:a16="http://schemas.microsoft.com/office/drawing/2014/main" id="{DFACC0AD-AB38-4240-B359-5A29E60A7029}"/>
              </a:ext>
            </a:extLst>
          </p:cNvPr>
          <p:cNvSpPr>
            <a:spLocks xmlns:a="http://schemas.openxmlformats.org/drawingml/2006/main" noGrp="1"/>
          </p:cNvSpPr>
          <p:nvPr/>
        </p:nvSpPr>
        <p:spPr>
          <a:xfrm xmlns:a="http://schemas.openxmlformats.org/drawingml/2006/main">
            <a:off x="11096625" y="63817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DBE6EE"/>
                </a:solidFill>
                <a:latin typeface="DejaVu Sans"/>
                <a:ea typeface="DejaVu Sans"/>
                <a:cs typeface="DejaVu Sans"/>
              </a:defRPr>
            </a:defPPr>
            <a:lvl1pPr>
              <a:defRPr sz="1200" b="0">
                <a:solidFill>
                  <a:srgbClr val="DBE6EE"/>
                </a:solidFill>
                <a:latin typeface="DejaVu Sans"/>
                <a:ea typeface="DejaVu Sans"/>
                <a:cs typeface="DejaVu Sans"/>
              </a:defRPr>
            </a:lvl1pPr>
            <a:lvl2pPr>
              <a:defRPr sz="1200" b="0">
                <a:solidFill>
                  <a:srgbClr val="DBE6EE"/>
                </a:solidFill>
                <a:latin typeface="DejaVu Sans"/>
                <a:ea typeface="DejaVu Sans"/>
                <a:cs typeface="DejaVu Sans"/>
              </a:defRPr>
            </a:lvl2pPr>
            <a:lvl3pPr>
              <a:defRPr sz="1200" b="0">
                <a:solidFill>
                  <a:srgbClr val="DBE6EE"/>
                </a:solidFill>
                <a:latin typeface="DejaVu Sans"/>
                <a:ea typeface="DejaVu Sans"/>
                <a:cs typeface="DejaVu Sans"/>
              </a:defRPr>
            </a:lvl3pPr>
            <a:lvl4pPr>
              <a:defRPr sz="1200" b="0">
                <a:solidFill>
                  <a:srgbClr val="DBE6EE"/>
                </a:solidFill>
                <a:latin typeface="DejaVu Sans"/>
                <a:ea typeface="DejaVu Sans"/>
                <a:cs typeface="DejaVu Sans"/>
              </a:defRPr>
            </a:lvl4pPr>
            <a:lvl5pPr>
              <a:defRPr sz="1200" b="0">
                <a:solidFill>
                  <a:srgbClr val="DBE6EE"/>
                </a:solidFill>
                <a:latin typeface="DejaVu Sans"/>
                <a:ea typeface="DejaVu Sans"/>
                <a:cs typeface="DejaVu Sans"/>
              </a:defRPr>
            </a:lvl5pPr>
            <a:lvl6pPr>
              <a:defRPr sz="1200" b="0">
                <a:solidFill>
                  <a:srgbClr val="DBE6EE"/>
                </a:solidFill>
                <a:latin typeface="DejaVu Sans"/>
                <a:ea typeface="DejaVu Sans"/>
                <a:cs typeface="DejaVu Sans"/>
              </a:defRPr>
            </a:lvl6pPr>
            <a:lvl7pPr>
              <a:defRPr sz="1200" b="0">
                <a:solidFill>
                  <a:srgbClr val="DBE6EE"/>
                </a:solidFill>
                <a:latin typeface="DejaVu Sans"/>
                <a:ea typeface="DejaVu Sans"/>
                <a:cs typeface="DejaVu Sans"/>
              </a:defRPr>
            </a:lvl7pPr>
            <a:lvl8pPr>
              <a:defRPr sz="1200" b="0">
                <a:solidFill>
                  <a:srgbClr val="DBE6EE"/>
                </a:solidFill>
                <a:latin typeface="DejaVu Sans"/>
                <a:ea typeface="DejaVu Sans"/>
                <a:cs typeface="DejaVu Sans"/>
              </a:defRPr>
            </a:lvl8pPr>
            <a:lvl9pPr>
              <a:defRPr sz="1200" b="0">
                <a:solidFill>
                  <a:srgbClr val="DBE6EE"/>
                </a:solidFill>
                <a:latin typeface="DejaVu Sans"/>
                <a:ea typeface="DejaVu Sans"/>
                <a:cs typeface="DejaVu Sans"/>
              </a:defRPr>
            </a:lvl9pPr>
          </a:lstStyle>
          <a:p xmlns:a="http://schemas.openxmlformats.org/drawingml/2006/main">
            <a:pPr>
              <a:defRPr sz="1200" b="0">
                <a:solidFill>
                  <a:srgbClr val="DBE6EE"/>
                </a:solidFill>
                <a:latin typeface="DejaVu Sans"/>
                <a:ea typeface="DejaVu Sans"/>
                <a:cs typeface="DejaVu Sans"/>
              </a:defRPr>
            </a:pPr>
            <a:r>
              <a:rPr sz="1200" b="0">
                <a:solidFill>
                  <a:srgbClr val="DBE6EE"/>
                </a:solidFill>
                <a:latin typeface="DejaVu Sans"/>
                <a:ea typeface="DejaVu Sans"/>
                <a:cs typeface="DejaVu Sans"/>
              </a:rPr>
              <a:t>15</a:t>
            </a:r>
          </a:p>
        </p:txBody>
      </p:sp>
      <p:sp>
        <p:nvSpPr>
          <p:cNvPr id="3" name="text-2">
            <a:extLst xmlns:a="http://schemas.openxmlformats.org/drawingml/2006/main">
              <a:ext uri="{FF2B5EF4-FFF2-40B4-BE49-F238E27FC236}">
                <a16:creationId xmlns:a16="http://schemas.microsoft.com/office/drawing/2014/main" id="{9957A75C-E455-4EBC-B0C6-3171B9EBF79E}"/>
              </a:ext>
            </a:extLst>
          </p:cNvPr>
          <p:cNvSpPr>
            <a:spLocks xmlns:a="http://schemas.openxmlformats.org/drawingml/2006/main" noGrp="1"/>
          </p:cNvSpPr>
          <p:nvPr/>
        </p:nvSpPr>
        <p:spPr>
          <a:xfrm xmlns:a="http://schemas.openxmlformats.org/drawingml/2006/main">
            <a:off x="666750" y="1952625"/>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97D700"/>
                </a:solidFill>
                <a:latin typeface="DejaVu Sans"/>
                <a:ea typeface="DejaVu Sans"/>
                <a:cs typeface="DejaVu Sans"/>
              </a:defRPr>
            </a:defPPr>
            <a:lvl1pPr>
              <a:defRPr sz="2550" b="1">
                <a:solidFill>
                  <a:srgbClr val="97D700"/>
                </a:solidFill>
                <a:latin typeface="DejaVu Sans"/>
                <a:ea typeface="DejaVu Sans"/>
                <a:cs typeface="DejaVu Sans"/>
              </a:defRPr>
            </a:lvl1pPr>
            <a:lvl2pPr>
              <a:defRPr sz="2550" b="1">
                <a:solidFill>
                  <a:srgbClr val="97D700"/>
                </a:solidFill>
                <a:latin typeface="DejaVu Sans"/>
                <a:ea typeface="DejaVu Sans"/>
                <a:cs typeface="DejaVu Sans"/>
              </a:defRPr>
            </a:lvl2pPr>
            <a:lvl3pPr>
              <a:defRPr sz="2550" b="1">
                <a:solidFill>
                  <a:srgbClr val="97D700"/>
                </a:solidFill>
                <a:latin typeface="DejaVu Sans"/>
                <a:ea typeface="DejaVu Sans"/>
                <a:cs typeface="DejaVu Sans"/>
              </a:defRPr>
            </a:lvl3pPr>
            <a:lvl4pPr>
              <a:defRPr sz="2550" b="1">
                <a:solidFill>
                  <a:srgbClr val="97D700"/>
                </a:solidFill>
                <a:latin typeface="DejaVu Sans"/>
                <a:ea typeface="DejaVu Sans"/>
                <a:cs typeface="DejaVu Sans"/>
              </a:defRPr>
            </a:lvl4pPr>
            <a:lvl5pPr>
              <a:defRPr sz="2550" b="1">
                <a:solidFill>
                  <a:srgbClr val="97D700"/>
                </a:solidFill>
                <a:latin typeface="DejaVu Sans"/>
                <a:ea typeface="DejaVu Sans"/>
                <a:cs typeface="DejaVu Sans"/>
              </a:defRPr>
            </a:lvl5pPr>
            <a:lvl6pPr>
              <a:defRPr sz="2550" b="1">
                <a:solidFill>
                  <a:srgbClr val="97D700"/>
                </a:solidFill>
                <a:latin typeface="DejaVu Sans"/>
                <a:ea typeface="DejaVu Sans"/>
                <a:cs typeface="DejaVu Sans"/>
              </a:defRPr>
            </a:lvl6pPr>
            <a:lvl7pPr>
              <a:defRPr sz="2550" b="1">
                <a:solidFill>
                  <a:srgbClr val="97D700"/>
                </a:solidFill>
                <a:latin typeface="DejaVu Sans"/>
                <a:ea typeface="DejaVu Sans"/>
                <a:cs typeface="DejaVu Sans"/>
              </a:defRPr>
            </a:lvl7pPr>
            <a:lvl8pPr>
              <a:defRPr sz="2550" b="1">
                <a:solidFill>
                  <a:srgbClr val="97D700"/>
                </a:solidFill>
                <a:latin typeface="DejaVu Sans"/>
                <a:ea typeface="DejaVu Sans"/>
                <a:cs typeface="DejaVu Sans"/>
              </a:defRPr>
            </a:lvl8pPr>
            <a:lvl9pPr>
              <a:defRPr sz="2550" b="1">
                <a:solidFill>
                  <a:srgbClr val="97D700"/>
                </a:solidFill>
                <a:latin typeface="DejaVu Sans"/>
                <a:ea typeface="DejaVu Sans"/>
                <a:cs typeface="DejaVu Sans"/>
              </a:defRPr>
            </a:lvl9pPr>
          </a:lstStyle>
          <a:p xmlns:a="http://schemas.openxmlformats.org/drawingml/2006/main">
            <a:pPr>
              <a:defRPr sz="2550" b="1">
                <a:solidFill>
                  <a:srgbClr val="97D700"/>
                </a:solidFill>
                <a:latin typeface="DejaVu Sans"/>
                <a:ea typeface="DejaVu Sans"/>
                <a:cs typeface="DejaVu Sans"/>
              </a:defRPr>
            </a:pPr>
            <a:r>
              <a:rPr sz="2550" b="1">
                <a:solidFill>
                  <a:srgbClr val="97D700"/>
                </a:solidFill>
                <a:latin typeface="DejaVu Sans"/>
                <a:ea typeface="DejaVu Sans"/>
                <a:cs typeface="DejaVu Sans"/>
              </a:rPr>
              <a:t>Aplicación web</a:t>
            </a:r>
          </a:p>
        </p:txBody>
      </p:sp>
      <p:sp>
        <p:nvSpPr>
          <p:cNvPr id="4" name="text-3">
            <a:extLst xmlns:a="http://schemas.openxmlformats.org/drawingml/2006/main">
              <a:ext uri="{FF2B5EF4-FFF2-40B4-BE49-F238E27FC236}">
                <a16:creationId xmlns:a16="http://schemas.microsoft.com/office/drawing/2014/main" id="{453ADA28-2123-4755-8171-303D77568803}"/>
              </a:ext>
            </a:extLst>
          </p:cNvPr>
          <p:cNvSpPr>
            <a:spLocks xmlns:a="http://schemas.openxmlformats.org/drawingml/2006/main" noGrp="1"/>
          </p:cNvSpPr>
          <p:nvPr/>
        </p:nvSpPr>
        <p:spPr>
          <a:xfrm xmlns:a="http://schemas.openxmlformats.org/drawingml/2006/main">
            <a:off x="666750" y="256222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a:solidFill>
                  <a:srgbClr val="FFFFFF"/>
                </a:solidFill>
                <a:latin typeface="DejaVu Sans"/>
                <a:ea typeface="DejaVu Sans"/>
                <a:cs typeface="DejaVu Sans"/>
              </a:defRPr>
            </a:defPPr>
            <a:lvl1pPr>
              <a:defRPr sz="2625" b="1">
                <a:solidFill>
                  <a:srgbClr val="FFFFFF"/>
                </a:solidFill>
                <a:latin typeface="DejaVu Sans"/>
                <a:ea typeface="DejaVu Sans"/>
                <a:cs typeface="DejaVu Sans"/>
              </a:defRPr>
            </a:lvl1pPr>
            <a:lvl2pPr>
              <a:defRPr sz="2625" b="1">
                <a:solidFill>
                  <a:srgbClr val="FFFFFF"/>
                </a:solidFill>
                <a:latin typeface="DejaVu Sans"/>
                <a:ea typeface="DejaVu Sans"/>
                <a:cs typeface="DejaVu Sans"/>
              </a:defRPr>
            </a:lvl2pPr>
            <a:lvl3pPr>
              <a:defRPr sz="2625" b="1">
                <a:solidFill>
                  <a:srgbClr val="FFFFFF"/>
                </a:solidFill>
                <a:latin typeface="DejaVu Sans"/>
                <a:ea typeface="DejaVu Sans"/>
                <a:cs typeface="DejaVu Sans"/>
              </a:defRPr>
            </a:lvl3pPr>
            <a:lvl4pPr>
              <a:defRPr sz="2625" b="1">
                <a:solidFill>
                  <a:srgbClr val="FFFFFF"/>
                </a:solidFill>
                <a:latin typeface="DejaVu Sans"/>
                <a:ea typeface="DejaVu Sans"/>
                <a:cs typeface="DejaVu Sans"/>
              </a:defRPr>
            </a:lvl4pPr>
            <a:lvl5pPr>
              <a:defRPr sz="2625" b="1">
                <a:solidFill>
                  <a:srgbClr val="FFFFFF"/>
                </a:solidFill>
                <a:latin typeface="DejaVu Sans"/>
                <a:ea typeface="DejaVu Sans"/>
                <a:cs typeface="DejaVu Sans"/>
              </a:defRPr>
            </a:lvl5pPr>
            <a:lvl6pPr>
              <a:defRPr sz="2625" b="1">
                <a:solidFill>
                  <a:srgbClr val="FFFFFF"/>
                </a:solidFill>
                <a:latin typeface="DejaVu Sans"/>
                <a:ea typeface="DejaVu Sans"/>
                <a:cs typeface="DejaVu Sans"/>
              </a:defRPr>
            </a:lvl6pPr>
            <a:lvl7pPr>
              <a:defRPr sz="2625" b="1">
                <a:solidFill>
                  <a:srgbClr val="FFFFFF"/>
                </a:solidFill>
                <a:latin typeface="DejaVu Sans"/>
                <a:ea typeface="DejaVu Sans"/>
                <a:cs typeface="DejaVu Sans"/>
              </a:defRPr>
            </a:lvl7pPr>
            <a:lvl8pPr>
              <a:defRPr sz="2625" b="1">
                <a:solidFill>
                  <a:srgbClr val="FFFFFF"/>
                </a:solidFill>
                <a:latin typeface="DejaVu Sans"/>
                <a:ea typeface="DejaVu Sans"/>
                <a:cs typeface="DejaVu Sans"/>
              </a:defRPr>
            </a:lvl8pPr>
            <a:lvl9pPr>
              <a:defRPr sz="2625" b="1">
                <a:solidFill>
                  <a:srgbClr val="FFFFFF"/>
                </a:solidFill>
                <a:latin typeface="DejaVu Sans"/>
                <a:ea typeface="DejaVu Sans"/>
                <a:cs typeface="DejaVu Sans"/>
              </a:defRPr>
            </a:lvl9pPr>
          </a:lstStyle>
          <a:p xmlns:a="http://schemas.openxmlformats.org/drawingml/2006/main">
            <a:pPr>
              <a:defRPr sz="2625" b="1">
                <a:solidFill>
                  <a:srgbClr val="FFFFFF"/>
                </a:solidFill>
                <a:latin typeface="DejaVu Sans"/>
                <a:ea typeface="DejaVu Sans"/>
                <a:cs typeface="DejaVu Sans"/>
              </a:defRPr>
            </a:pPr>
            <a:r>
              <a:rPr sz="2625" b="1">
                <a:solidFill>
                  <a:srgbClr val="FFFFFF"/>
                </a:solidFill>
                <a:latin typeface="DejaVu Sans"/>
                <a:ea typeface="DejaVu Sans"/>
                <a:cs typeface="DejaVu Sans"/>
                <a:hlinkClick xmlns:r="http://schemas.openxmlformats.org/officeDocument/2006/relationships" r:id="Rd3c38b078bf747e9"/>
              </a:rPr>
              <a:t>Abrir Transmetro de Guatemala</a:t>
            </a:r>
          </a:p>
        </p:txBody>
      </p:sp>
      <p:sp>
        <p:nvSpPr>
          <p:cNvPr id="5" name="text-4">
            <a:extLst xmlns:a="http://schemas.openxmlformats.org/drawingml/2006/main">
              <a:ext uri="{FF2B5EF4-FFF2-40B4-BE49-F238E27FC236}">
                <a16:creationId xmlns:a16="http://schemas.microsoft.com/office/drawing/2014/main" id="{2253F6D3-B275-4ED9-8F12-7B2E3B01308E}"/>
              </a:ext>
            </a:extLst>
          </p:cNvPr>
          <p:cNvSpPr>
            <a:spLocks xmlns:a="http://schemas.openxmlformats.org/drawingml/2006/main" noGrp="1"/>
          </p:cNvSpPr>
          <p:nvPr/>
        </p:nvSpPr>
        <p:spPr>
          <a:xfrm xmlns:a="http://schemas.openxmlformats.org/drawingml/2006/main">
            <a:off x="666750" y="36099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97D700"/>
                </a:solidFill>
                <a:latin typeface="DejaVu Sans"/>
                <a:ea typeface="DejaVu Sans"/>
                <a:cs typeface="DejaVu Sans"/>
              </a:defRPr>
            </a:defPPr>
            <a:lvl1pPr>
              <a:defRPr sz="2550" b="1">
                <a:solidFill>
                  <a:srgbClr val="97D700"/>
                </a:solidFill>
                <a:latin typeface="DejaVu Sans"/>
                <a:ea typeface="DejaVu Sans"/>
                <a:cs typeface="DejaVu Sans"/>
              </a:defRPr>
            </a:lvl1pPr>
            <a:lvl2pPr>
              <a:defRPr sz="2550" b="1">
                <a:solidFill>
                  <a:srgbClr val="97D700"/>
                </a:solidFill>
                <a:latin typeface="DejaVu Sans"/>
                <a:ea typeface="DejaVu Sans"/>
                <a:cs typeface="DejaVu Sans"/>
              </a:defRPr>
            </a:lvl2pPr>
            <a:lvl3pPr>
              <a:defRPr sz="2550" b="1">
                <a:solidFill>
                  <a:srgbClr val="97D700"/>
                </a:solidFill>
                <a:latin typeface="DejaVu Sans"/>
                <a:ea typeface="DejaVu Sans"/>
                <a:cs typeface="DejaVu Sans"/>
              </a:defRPr>
            </a:lvl3pPr>
            <a:lvl4pPr>
              <a:defRPr sz="2550" b="1">
                <a:solidFill>
                  <a:srgbClr val="97D700"/>
                </a:solidFill>
                <a:latin typeface="DejaVu Sans"/>
                <a:ea typeface="DejaVu Sans"/>
                <a:cs typeface="DejaVu Sans"/>
              </a:defRPr>
            </a:lvl4pPr>
            <a:lvl5pPr>
              <a:defRPr sz="2550" b="1">
                <a:solidFill>
                  <a:srgbClr val="97D700"/>
                </a:solidFill>
                <a:latin typeface="DejaVu Sans"/>
                <a:ea typeface="DejaVu Sans"/>
                <a:cs typeface="DejaVu Sans"/>
              </a:defRPr>
            </a:lvl5pPr>
            <a:lvl6pPr>
              <a:defRPr sz="2550" b="1">
                <a:solidFill>
                  <a:srgbClr val="97D700"/>
                </a:solidFill>
                <a:latin typeface="DejaVu Sans"/>
                <a:ea typeface="DejaVu Sans"/>
                <a:cs typeface="DejaVu Sans"/>
              </a:defRPr>
            </a:lvl6pPr>
            <a:lvl7pPr>
              <a:defRPr sz="2550" b="1">
                <a:solidFill>
                  <a:srgbClr val="97D700"/>
                </a:solidFill>
                <a:latin typeface="DejaVu Sans"/>
                <a:ea typeface="DejaVu Sans"/>
                <a:cs typeface="DejaVu Sans"/>
              </a:defRPr>
            </a:lvl7pPr>
            <a:lvl8pPr>
              <a:defRPr sz="2550" b="1">
                <a:solidFill>
                  <a:srgbClr val="97D700"/>
                </a:solidFill>
                <a:latin typeface="DejaVu Sans"/>
                <a:ea typeface="DejaVu Sans"/>
                <a:cs typeface="DejaVu Sans"/>
              </a:defRPr>
            </a:lvl8pPr>
            <a:lvl9pPr>
              <a:defRPr sz="2550" b="1">
                <a:solidFill>
                  <a:srgbClr val="97D700"/>
                </a:solidFill>
                <a:latin typeface="DejaVu Sans"/>
                <a:ea typeface="DejaVu Sans"/>
                <a:cs typeface="DejaVu Sans"/>
              </a:defRPr>
            </a:lvl9pPr>
          </a:lstStyle>
          <a:p xmlns:a="http://schemas.openxmlformats.org/drawingml/2006/main">
            <a:pPr>
              <a:defRPr sz="2550" b="1">
                <a:solidFill>
                  <a:srgbClr val="97D700"/>
                </a:solidFill>
                <a:latin typeface="DejaVu Sans"/>
                <a:ea typeface="DejaVu Sans"/>
                <a:cs typeface="DejaVu Sans"/>
              </a:defRPr>
            </a:pPr>
            <a:r>
              <a:rPr sz="2550" b="1">
                <a:solidFill>
                  <a:srgbClr val="97D700"/>
                </a:solidFill>
                <a:latin typeface="DejaVu Sans"/>
                <a:ea typeface="DejaVu Sans"/>
                <a:cs typeface="DejaVu Sans"/>
              </a:rPr>
              <a:t>Repositorio del proyecto</a:t>
            </a:r>
          </a:p>
        </p:txBody>
      </p:sp>
      <p:sp>
        <p:nvSpPr>
          <p:cNvPr id="6" name="text-5">
            <a:extLst xmlns:a="http://schemas.openxmlformats.org/drawingml/2006/main">
              <a:ext uri="{FF2B5EF4-FFF2-40B4-BE49-F238E27FC236}">
                <a16:creationId xmlns:a16="http://schemas.microsoft.com/office/drawing/2014/main" id="{9C129C87-8251-415F-88CC-A259E18D82C6}"/>
              </a:ext>
            </a:extLst>
          </p:cNvPr>
          <p:cNvSpPr>
            <a:spLocks xmlns:a="http://schemas.openxmlformats.org/drawingml/2006/main" noGrp="1"/>
          </p:cNvSpPr>
          <p:nvPr/>
        </p:nvSpPr>
        <p:spPr>
          <a:xfrm xmlns:a="http://schemas.openxmlformats.org/drawingml/2006/main">
            <a:off x="666750" y="42100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FFFFF"/>
                </a:solidFill>
                <a:latin typeface="DejaVu Sans"/>
                <a:ea typeface="DejaVu Sans"/>
                <a:cs typeface="DejaVu Sans"/>
              </a:defRPr>
            </a:defPPr>
            <a:lvl1pPr>
              <a:defRPr sz="2250" b="0">
                <a:solidFill>
                  <a:srgbClr val="FFFFFF"/>
                </a:solidFill>
                <a:latin typeface="DejaVu Sans"/>
                <a:ea typeface="DejaVu Sans"/>
                <a:cs typeface="DejaVu Sans"/>
              </a:defRPr>
            </a:lvl1pPr>
            <a:lvl2pPr>
              <a:defRPr sz="2250" b="0">
                <a:solidFill>
                  <a:srgbClr val="FFFFFF"/>
                </a:solidFill>
                <a:latin typeface="DejaVu Sans"/>
                <a:ea typeface="DejaVu Sans"/>
                <a:cs typeface="DejaVu Sans"/>
              </a:defRPr>
            </a:lvl2pPr>
            <a:lvl3pPr>
              <a:defRPr sz="2250" b="0">
                <a:solidFill>
                  <a:srgbClr val="FFFFFF"/>
                </a:solidFill>
                <a:latin typeface="DejaVu Sans"/>
                <a:ea typeface="DejaVu Sans"/>
                <a:cs typeface="DejaVu Sans"/>
              </a:defRPr>
            </a:lvl3pPr>
            <a:lvl4pPr>
              <a:defRPr sz="2250" b="0">
                <a:solidFill>
                  <a:srgbClr val="FFFFFF"/>
                </a:solidFill>
                <a:latin typeface="DejaVu Sans"/>
                <a:ea typeface="DejaVu Sans"/>
                <a:cs typeface="DejaVu Sans"/>
              </a:defRPr>
            </a:lvl4pPr>
            <a:lvl5pPr>
              <a:defRPr sz="2250" b="0">
                <a:solidFill>
                  <a:srgbClr val="FFFFFF"/>
                </a:solidFill>
                <a:latin typeface="DejaVu Sans"/>
                <a:ea typeface="DejaVu Sans"/>
                <a:cs typeface="DejaVu Sans"/>
              </a:defRPr>
            </a:lvl5pPr>
            <a:lvl6pPr>
              <a:defRPr sz="2250" b="0">
                <a:solidFill>
                  <a:srgbClr val="FFFFFF"/>
                </a:solidFill>
                <a:latin typeface="DejaVu Sans"/>
                <a:ea typeface="DejaVu Sans"/>
                <a:cs typeface="DejaVu Sans"/>
              </a:defRPr>
            </a:lvl6pPr>
            <a:lvl7pPr>
              <a:defRPr sz="2250" b="0">
                <a:solidFill>
                  <a:srgbClr val="FFFFFF"/>
                </a:solidFill>
                <a:latin typeface="DejaVu Sans"/>
                <a:ea typeface="DejaVu Sans"/>
                <a:cs typeface="DejaVu Sans"/>
              </a:defRPr>
            </a:lvl7pPr>
            <a:lvl8pPr>
              <a:defRPr sz="2250" b="0">
                <a:solidFill>
                  <a:srgbClr val="FFFFFF"/>
                </a:solidFill>
                <a:latin typeface="DejaVu Sans"/>
                <a:ea typeface="DejaVu Sans"/>
                <a:cs typeface="DejaVu Sans"/>
              </a:defRPr>
            </a:lvl8pPr>
            <a:lvl9pPr>
              <a:defRPr sz="2250" b="0">
                <a:solidFill>
                  <a:srgbClr val="FFFFFF"/>
                </a:solidFill>
                <a:latin typeface="DejaVu Sans"/>
                <a:ea typeface="DejaVu Sans"/>
                <a:cs typeface="DejaVu Sans"/>
              </a:defRPr>
            </a:lvl9pPr>
          </a:lstStyle>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hlinkClick xmlns:r="http://schemas.openxmlformats.org/officeDocument/2006/relationships" r:id="R0e86ae1d2c264183"/>
              </a:rPr>
              <a:t>github.com/Luisca04umg/Transmetro-Guatemala</a:t>
            </a:r>
          </a:p>
        </p:txBody>
      </p:sp>
      <p:sp>
        <p:nvSpPr>
          <p:cNvPr id="7" name="text-6">
            <a:extLst xmlns:a="http://schemas.openxmlformats.org/drawingml/2006/main">
              <a:ext uri="{FF2B5EF4-FFF2-40B4-BE49-F238E27FC236}">
                <a16:creationId xmlns:a16="http://schemas.microsoft.com/office/drawing/2014/main" id="{E698B81B-66C5-4BB3-AA0D-326429100537}"/>
              </a:ext>
            </a:extLst>
          </p:cNvPr>
          <p:cNvSpPr>
            <a:spLocks xmlns:a="http://schemas.openxmlformats.org/drawingml/2006/main" noGrp="1"/>
          </p:cNvSpPr>
          <p:nvPr/>
        </p:nvSpPr>
        <p:spPr>
          <a:xfrm xmlns:a="http://schemas.openxmlformats.org/drawingml/2006/main">
            <a:off x="666750" y="5381625"/>
            <a:ext cx="10763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FFFFFF"/>
                </a:solidFill>
                <a:latin typeface="DejaVu Sans"/>
                <a:ea typeface="DejaVu Sans"/>
                <a:cs typeface="DejaVu Sans"/>
              </a:defRPr>
            </a:defPPr>
            <a:lvl1pPr>
              <a:defRPr sz="2550" b="1">
                <a:solidFill>
                  <a:srgbClr val="FFFFFF"/>
                </a:solidFill>
                <a:latin typeface="DejaVu Sans"/>
                <a:ea typeface="DejaVu Sans"/>
                <a:cs typeface="DejaVu Sans"/>
              </a:defRPr>
            </a:lvl1pPr>
            <a:lvl2pPr>
              <a:defRPr sz="2550" b="1">
                <a:solidFill>
                  <a:srgbClr val="FFFFFF"/>
                </a:solidFill>
                <a:latin typeface="DejaVu Sans"/>
                <a:ea typeface="DejaVu Sans"/>
                <a:cs typeface="DejaVu Sans"/>
              </a:defRPr>
            </a:lvl2pPr>
            <a:lvl3pPr>
              <a:defRPr sz="2550" b="1">
                <a:solidFill>
                  <a:srgbClr val="FFFFFF"/>
                </a:solidFill>
                <a:latin typeface="DejaVu Sans"/>
                <a:ea typeface="DejaVu Sans"/>
                <a:cs typeface="DejaVu Sans"/>
              </a:defRPr>
            </a:lvl3pPr>
            <a:lvl4pPr>
              <a:defRPr sz="2550" b="1">
                <a:solidFill>
                  <a:srgbClr val="FFFFFF"/>
                </a:solidFill>
                <a:latin typeface="DejaVu Sans"/>
                <a:ea typeface="DejaVu Sans"/>
                <a:cs typeface="DejaVu Sans"/>
              </a:defRPr>
            </a:lvl4pPr>
            <a:lvl5pPr>
              <a:defRPr sz="2550" b="1">
                <a:solidFill>
                  <a:srgbClr val="FFFFFF"/>
                </a:solidFill>
                <a:latin typeface="DejaVu Sans"/>
                <a:ea typeface="DejaVu Sans"/>
                <a:cs typeface="DejaVu Sans"/>
              </a:defRPr>
            </a:lvl5pPr>
            <a:lvl6pPr>
              <a:defRPr sz="2550" b="1">
                <a:solidFill>
                  <a:srgbClr val="FFFFFF"/>
                </a:solidFill>
                <a:latin typeface="DejaVu Sans"/>
                <a:ea typeface="DejaVu Sans"/>
                <a:cs typeface="DejaVu Sans"/>
              </a:defRPr>
            </a:lvl6pPr>
            <a:lvl7pPr>
              <a:defRPr sz="2550" b="1">
                <a:solidFill>
                  <a:srgbClr val="FFFFFF"/>
                </a:solidFill>
                <a:latin typeface="DejaVu Sans"/>
                <a:ea typeface="DejaVu Sans"/>
                <a:cs typeface="DejaVu Sans"/>
              </a:defRPr>
            </a:lvl7pPr>
            <a:lvl8pPr>
              <a:defRPr sz="2550" b="1">
                <a:solidFill>
                  <a:srgbClr val="FFFFFF"/>
                </a:solidFill>
                <a:latin typeface="DejaVu Sans"/>
                <a:ea typeface="DejaVu Sans"/>
                <a:cs typeface="DejaVu Sans"/>
              </a:defRPr>
            </a:lvl8pPr>
            <a:lvl9pPr>
              <a:defRPr sz="2550" b="1">
                <a:solidFill>
                  <a:srgbClr val="FFFFFF"/>
                </a:solidFill>
                <a:latin typeface="DejaVu Sans"/>
                <a:ea typeface="DejaVu Sans"/>
                <a:cs typeface="DejaVu Sans"/>
              </a:defRPr>
            </a:lvl9pPr>
          </a:lstStyle>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Solución académica funcional lista para evaluación y demostración</a:t>
            </a:r>
          </a:p>
        </p:txBody>
      </p:sp>
    </p:spTree>
    <p:extLst>
      <p:ext uri="{BB962C8B-B14F-4D97-AF65-F5344CB8AC3E}">
        <p14:creationId xmlns:p14="http://schemas.microsoft.com/office/powerpoint/2010/main" val="305660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2026-10-23T20:29:12.4570000Z</dcterms:created>
  <dcterms:modified xsi:type="dcterms:W3CDTF">2026-10-23T20:29:12.4570000Z</dcterms:modified>
</coreProperties>
</file>